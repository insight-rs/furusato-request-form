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b5d94a9cd446ff" /><Relationship Type="http://schemas.openxmlformats.org/officeDocument/2006/relationships/extended-properties" Target="/docProps/app.xml" Id="Rd7859ac154f34287" /><Relationship Type="http://schemas.openxmlformats.org/officeDocument/2006/relationships/officeDocument" Target="/ppt/presentation.xml" Id="R9c5af0312a384d51" /></Relationships>
</file>

<file path=ppt/presentation.xml><?xml version="1.0" encoding="utf-8"?>
<p:presentation xmlns:p="http://schemas.openxmlformats.org/presentationml/2006/main">
  <p:sldMasterIdLst>
    <p:sldMasterId xmlns:r="http://schemas.openxmlformats.org/officeDocument/2006/relationships" id="2147483648" r:id="R1fb9a6f5d2f44a73"/>
  </p:sldMasterIdLst>
  <p:notesMasterIdLst>
    <p:notesMasterId xmlns:r="http://schemas.openxmlformats.org/officeDocument/2006/relationships" r:id="R5d0cba4f6ece4600"/>
  </p:notesMasterIdLst>
  <p:sldIdLst>
    <p:sldId xmlns:r="http://schemas.openxmlformats.org/officeDocument/2006/relationships" id="256" r:id="R77961c47e2b54746"/>
    <p:sldId xmlns:r="http://schemas.openxmlformats.org/officeDocument/2006/relationships" id="257" r:id="R709188f5dd3b412c"/>
    <p:sldId xmlns:r="http://schemas.openxmlformats.org/officeDocument/2006/relationships" id="258" r:id="R1ef2c80eeee946e0"/>
    <p:sldId xmlns:r="http://schemas.openxmlformats.org/officeDocument/2006/relationships" id="259" r:id="Rba0f53d4df434ab6"/>
    <p:sldId xmlns:r="http://schemas.openxmlformats.org/officeDocument/2006/relationships" id="260" r:id="R2e6dce5c486d4dd9"/>
    <p:sldId xmlns:r="http://schemas.openxmlformats.org/officeDocument/2006/relationships" id="261" r:id="Re6bfc52a76554c0b"/>
    <p:sldId xmlns:r="http://schemas.openxmlformats.org/officeDocument/2006/relationships" id="262" r:id="Rd5d3f22b6ba14014"/>
    <p:sldId xmlns:r="http://schemas.openxmlformats.org/officeDocument/2006/relationships" id="263" r:id="R5ce3acc0d68b4dc9"/>
    <p:sldId xmlns:r="http://schemas.openxmlformats.org/officeDocument/2006/relationships" id="264" r:id="Raaecf5284a454479"/>
    <p:sldId xmlns:r="http://schemas.openxmlformats.org/officeDocument/2006/relationships" id="265" r:id="R9926bb6f845f49ca"/>
    <p:sldId xmlns:r="http://schemas.openxmlformats.org/officeDocument/2006/relationships" id="266" r:id="Re62a0b6463f84bcc"/>
    <p:sldId xmlns:r="http://schemas.openxmlformats.org/officeDocument/2006/relationships" id="267" r:id="Rad2d28ed04be4124"/>
    <p:sldId xmlns:r="http://schemas.openxmlformats.org/officeDocument/2006/relationships" id="268" r:id="R9249e28c7ce4466a"/>
    <p:sldId xmlns:r="http://schemas.openxmlformats.org/officeDocument/2006/relationships" id="269" r:id="R69817717faed41ed"/>
    <p:sldId xmlns:r="http://schemas.openxmlformats.org/officeDocument/2006/relationships" id="270" r:id="Rdd5a065539f34b8c"/>
    <p:sldId xmlns:r="http://schemas.openxmlformats.org/officeDocument/2006/relationships" id="271" r:id="Rf3ea00c81cc74ff2"/>
    <p:sldId xmlns:r="http://schemas.openxmlformats.org/officeDocument/2006/relationships" id="272" r:id="Rfd3483b67b9f4c73"/>
    <p:sldId xmlns:r="http://schemas.openxmlformats.org/officeDocument/2006/relationships" id="273" r:id="R1f7461def45c4ad1"/>
    <p:sldId xmlns:r="http://schemas.openxmlformats.org/officeDocument/2006/relationships" id="274" r:id="Ra9c54ebf04cd4b3e"/>
    <p:sldId xmlns:r="http://schemas.openxmlformats.org/officeDocument/2006/relationships" id="275" r:id="R91f3366039624057"/>
    <p:sldId xmlns:r="http://schemas.openxmlformats.org/officeDocument/2006/relationships" id="276" r:id="R8477ddaf4b6945f1"/>
    <p:sldId xmlns:r="http://schemas.openxmlformats.org/officeDocument/2006/relationships" id="277" r:id="Rfa6b294a57ff4eef"/>
    <p:sldId xmlns:r="http://schemas.openxmlformats.org/officeDocument/2006/relationships" id="278" r:id="R6cb03bf691cc4e98"/>
    <p:sldId xmlns:r="http://schemas.openxmlformats.org/officeDocument/2006/relationships" id="279" r:id="R02ca055a04834cb0"/>
    <p:sldId xmlns:r="http://schemas.openxmlformats.org/officeDocument/2006/relationships" id="280" r:id="Rf6403303e20e49a1"/>
    <p:sldId xmlns:r="http://schemas.openxmlformats.org/officeDocument/2006/relationships" id="281" r:id="R01cb9a14549d48a8"/>
    <p:sldId xmlns:r="http://schemas.openxmlformats.org/officeDocument/2006/relationships" id="282" r:id="R49ad1cabb1934ebd"/>
    <p:sldId xmlns:r="http://schemas.openxmlformats.org/officeDocument/2006/relationships" id="283" r:id="R42a8b1f9337f40b9"/>
    <p:sldId xmlns:r="http://schemas.openxmlformats.org/officeDocument/2006/relationships" id="284" r:id="Rec391782436a4fe2"/>
    <p:sldId xmlns:r="http://schemas.openxmlformats.org/officeDocument/2006/relationships" id="285" r:id="Reaf3b9b62633494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475b1a288845a8" /><Relationship Type="http://schemas.openxmlformats.org/officeDocument/2006/relationships/slideMaster" Target="/ppt/slideMasters/slideMaster1.xml" Id="R1fb9a6f5d2f44a73" /><Relationship Type="http://schemas.openxmlformats.org/officeDocument/2006/relationships/notesMaster" Target="/ppt/notesMasters/notesMaster1.xml" Id="R5d0cba4f6ece4600" /><Relationship Type="http://schemas.openxmlformats.org/officeDocument/2006/relationships/presProps" Target="/ppt/presProps.xml" Id="R145647a172c3431c" /><Relationship Type="http://schemas.openxmlformats.org/officeDocument/2006/relationships/tableStyles" Target="/ppt/tableStyles.xml" Id="R523a33c5d3cc476c" /><Relationship Type="http://schemas.openxmlformats.org/officeDocument/2006/relationships/slide" Target="/ppt/slides/slide1.xml" Id="R77961c47e2b54746" /><Relationship Type="http://schemas.openxmlformats.org/officeDocument/2006/relationships/slide" Target="/ppt/slides/slide2.xml" Id="R709188f5dd3b412c" /><Relationship Type="http://schemas.openxmlformats.org/officeDocument/2006/relationships/slide" Target="/ppt/slides/slide3.xml" Id="R1ef2c80eeee946e0" /><Relationship Type="http://schemas.openxmlformats.org/officeDocument/2006/relationships/slide" Target="/ppt/slides/slide4.xml" Id="Rba0f53d4df434ab6" /><Relationship Type="http://schemas.openxmlformats.org/officeDocument/2006/relationships/slide" Target="/ppt/slides/slide5.xml" Id="R2e6dce5c486d4dd9" /><Relationship Type="http://schemas.openxmlformats.org/officeDocument/2006/relationships/slide" Target="/ppt/slides/slide6.xml" Id="Re6bfc52a76554c0b" /><Relationship Type="http://schemas.openxmlformats.org/officeDocument/2006/relationships/slide" Target="/ppt/slides/slide7.xml" Id="Rd5d3f22b6ba14014" /><Relationship Type="http://schemas.openxmlformats.org/officeDocument/2006/relationships/slide" Target="/ppt/slides/slide8.xml" Id="R5ce3acc0d68b4dc9" /><Relationship Type="http://schemas.openxmlformats.org/officeDocument/2006/relationships/slide" Target="/ppt/slides/slide9.xml" Id="Raaecf5284a454479" /><Relationship Type="http://schemas.openxmlformats.org/officeDocument/2006/relationships/slide" Target="/ppt/slides/slide10.xml" Id="R9926bb6f845f49ca" /><Relationship Type="http://schemas.openxmlformats.org/officeDocument/2006/relationships/slide" Target="/ppt/slides/slide11.xml" Id="Re62a0b6463f84bcc" /><Relationship Type="http://schemas.openxmlformats.org/officeDocument/2006/relationships/slide" Target="/ppt/slides/slide12.xml" Id="Rad2d28ed04be4124" /><Relationship Type="http://schemas.openxmlformats.org/officeDocument/2006/relationships/slide" Target="/ppt/slides/slide13.xml" Id="R9249e28c7ce4466a" /><Relationship Type="http://schemas.openxmlformats.org/officeDocument/2006/relationships/slide" Target="/ppt/slides/slide14.xml" Id="R69817717faed41ed" /><Relationship Type="http://schemas.openxmlformats.org/officeDocument/2006/relationships/slide" Target="/ppt/slides/slide15.xml" Id="Rdd5a065539f34b8c" /><Relationship Type="http://schemas.openxmlformats.org/officeDocument/2006/relationships/slide" Target="/ppt/slides/slide16.xml" Id="Rf3ea00c81cc74ff2" /><Relationship Type="http://schemas.openxmlformats.org/officeDocument/2006/relationships/slide" Target="/ppt/slides/slide17.xml" Id="Rfd3483b67b9f4c73" /><Relationship Type="http://schemas.openxmlformats.org/officeDocument/2006/relationships/slide" Target="/ppt/slides/slide18.xml" Id="R1f7461def45c4ad1" /><Relationship Type="http://schemas.openxmlformats.org/officeDocument/2006/relationships/slide" Target="/ppt/slides/slide19.xml" Id="Ra9c54ebf04cd4b3e" /><Relationship Type="http://schemas.openxmlformats.org/officeDocument/2006/relationships/slide" Target="/ppt/slides/slide20.xml" Id="R91f3366039624057" /><Relationship Type="http://schemas.openxmlformats.org/officeDocument/2006/relationships/slide" Target="/ppt/slides/slide21.xml" Id="R8477ddaf4b6945f1" /><Relationship Type="http://schemas.openxmlformats.org/officeDocument/2006/relationships/slide" Target="/ppt/slides/slide22.xml" Id="Rfa6b294a57ff4eef" /><Relationship Type="http://schemas.openxmlformats.org/officeDocument/2006/relationships/slide" Target="/ppt/slides/slide23.xml" Id="R6cb03bf691cc4e98" /><Relationship Type="http://schemas.openxmlformats.org/officeDocument/2006/relationships/slide" Target="/ppt/slides/slide24.xml" Id="R02ca055a04834cb0" /><Relationship Type="http://schemas.openxmlformats.org/officeDocument/2006/relationships/slide" Target="/ppt/slides/slide25.xml" Id="Rf6403303e20e49a1" /><Relationship Type="http://schemas.openxmlformats.org/officeDocument/2006/relationships/slide" Target="/ppt/slides/slide26.xml" Id="R01cb9a14549d48a8" /><Relationship Type="http://schemas.openxmlformats.org/officeDocument/2006/relationships/slide" Target="/ppt/slides/slide27.xml" Id="R49ad1cabb1934ebd" /><Relationship Type="http://schemas.openxmlformats.org/officeDocument/2006/relationships/slide" Target="/ppt/slides/slide28.xml" Id="R42a8b1f9337f40b9" /><Relationship Type="http://schemas.openxmlformats.org/officeDocument/2006/relationships/slide" Target="/ppt/slides/slide29.xml" Id="Rec391782436a4fe2" /><Relationship Type="http://schemas.openxmlformats.org/officeDocument/2006/relationships/slide" Target="/ppt/slides/slide30.xml" Id="Reaf3b9b6263349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18417c6cf940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62567b9e854213" /><Relationship Type="http://schemas.openxmlformats.org/officeDocument/2006/relationships/notesMaster" Target="/ppt/notesMasters/notesMaster1.xml" Id="Ra2d2f2c891d541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c114aec9c3436b" /><Relationship Type="http://schemas.openxmlformats.org/officeDocument/2006/relationships/notesMaster" Target="/ppt/notesMasters/notesMaster1.xml" Id="R703c32443a794d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be0f2c52e3414f" /><Relationship Type="http://schemas.openxmlformats.org/officeDocument/2006/relationships/notesMaster" Target="/ppt/notesMasters/notesMaster1.xml" Id="R0d84343e993444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e1169d8ce442f3" /><Relationship Type="http://schemas.openxmlformats.org/officeDocument/2006/relationships/notesMaster" Target="/ppt/notesMasters/notesMaster1.xml" Id="R865bbdf7839f46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e1e7caef847c0" /><Relationship Type="http://schemas.openxmlformats.org/officeDocument/2006/relationships/notesMaster" Target="/ppt/notesMasters/notesMaster1.xml" Id="R6cce47d83ad94c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c22c10dc014eb0" /><Relationship Type="http://schemas.openxmlformats.org/officeDocument/2006/relationships/notesMaster" Target="/ppt/notesMasters/notesMaster1.xml" Id="R34834a893d0e47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a9ce0f797e4820" /><Relationship Type="http://schemas.openxmlformats.org/officeDocument/2006/relationships/notesMaster" Target="/ppt/notesMasters/notesMaster1.xml" Id="R3b5522d576814f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918c5b453f49f3" /><Relationship Type="http://schemas.openxmlformats.org/officeDocument/2006/relationships/notesMaster" Target="/ppt/notesMasters/notesMaster1.xml" Id="R36af2733f6be4d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858be2ad70465a" /><Relationship Type="http://schemas.openxmlformats.org/officeDocument/2006/relationships/notesMaster" Target="/ppt/notesMasters/notesMaster1.xml" Id="Rf226b7ae9c454e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44f500102549e6" /><Relationship Type="http://schemas.openxmlformats.org/officeDocument/2006/relationships/notesMaster" Target="/ppt/notesMasters/notesMaster1.xml" Id="R3cd08d3b4b274f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477c0aca7a4a64" /><Relationship Type="http://schemas.openxmlformats.org/officeDocument/2006/relationships/notesMaster" Target="/ppt/notesMasters/notesMaster1.xml" Id="R478e923b27c84c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5b37d7825b43f2" /><Relationship Type="http://schemas.openxmlformats.org/officeDocument/2006/relationships/notesMaster" Target="/ppt/notesMasters/notesMaster1.xml" Id="R4c8c41ddcdfe4b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df59305197483e" /><Relationship Type="http://schemas.openxmlformats.org/officeDocument/2006/relationships/notesMaster" Target="/ppt/notesMasters/notesMaster1.xml" Id="R8827160acb7f425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5dcad159f949d9" /><Relationship Type="http://schemas.openxmlformats.org/officeDocument/2006/relationships/notesMaster" Target="/ppt/notesMasters/notesMaster1.xml" Id="R4045a507c50544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52156121bc4b27" /><Relationship Type="http://schemas.openxmlformats.org/officeDocument/2006/relationships/notesMaster" Target="/ppt/notesMasters/notesMaster1.xml" Id="Ref390d82715442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abbce92cff4ee1" /><Relationship Type="http://schemas.openxmlformats.org/officeDocument/2006/relationships/notesMaster" Target="/ppt/notesMasters/notesMaster1.xml" Id="R6a182f018b354d3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fd82f54f9c14e85" /><Relationship Type="http://schemas.openxmlformats.org/officeDocument/2006/relationships/notesMaster" Target="/ppt/notesMasters/notesMaster1.xml" Id="R1004577bf7454e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41d97c50384544" /><Relationship Type="http://schemas.openxmlformats.org/officeDocument/2006/relationships/notesMaster" Target="/ppt/notesMasters/notesMaster1.xml" Id="R45515f477a284c1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1cbd9941d84b5e" /><Relationship Type="http://schemas.openxmlformats.org/officeDocument/2006/relationships/notesMaster" Target="/ppt/notesMasters/notesMaster1.xml" Id="R6d216bc1a1e143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53c059f936243ce" /><Relationship Type="http://schemas.openxmlformats.org/officeDocument/2006/relationships/notesMaster" Target="/ppt/notesMasters/notesMaster1.xml" Id="R4b1a049841d54a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08ed529c5484771" /><Relationship Type="http://schemas.openxmlformats.org/officeDocument/2006/relationships/notesMaster" Target="/ppt/notesMasters/notesMaster1.xml" Id="Rc3ef5d17beb747b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c0ffd3e3b24a65" /><Relationship Type="http://schemas.openxmlformats.org/officeDocument/2006/relationships/notesMaster" Target="/ppt/notesMasters/notesMaster1.xml" Id="Rfc37df2c23e04a5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68f589c7ad4fc0" /><Relationship Type="http://schemas.openxmlformats.org/officeDocument/2006/relationships/notesMaster" Target="/ppt/notesMasters/notesMaster1.xml" Id="R5344b6297c2e406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63b247c27c47de" /><Relationship Type="http://schemas.openxmlformats.org/officeDocument/2006/relationships/notesMaster" Target="/ppt/notesMasters/notesMaster1.xml" Id="R175596d7ed5a4a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8b67ee9f71e4d48" /><Relationship Type="http://schemas.openxmlformats.org/officeDocument/2006/relationships/notesMaster" Target="/ppt/notesMasters/notesMaster1.xml" Id="Rbc0808ca2d334c3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1a73bff32141d2" /><Relationship Type="http://schemas.openxmlformats.org/officeDocument/2006/relationships/notesMaster" Target="/ppt/notesMasters/notesMaster1.xml" Id="R520ac5f4dc654fa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0d2c1d9f6a42d0" /><Relationship Type="http://schemas.openxmlformats.org/officeDocument/2006/relationships/notesMaster" Target="/ppt/notesMasters/notesMaster1.xml" Id="R7d8178c2a60542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d66137a4b04bff" /><Relationship Type="http://schemas.openxmlformats.org/officeDocument/2006/relationships/notesMaster" Target="/ppt/notesMasters/notesMaster1.xml" Id="R24d827e52fa9468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cff4eb53314da7" /><Relationship Type="http://schemas.openxmlformats.org/officeDocument/2006/relationships/notesMaster" Target="/ppt/notesMasters/notesMaster1.xml" Id="R499c402a06554f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67ac00e3de14676" /><Relationship Type="http://schemas.openxmlformats.org/officeDocument/2006/relationships/notesMaster" Target="/ppt/notesMasters/notesMaster1.xml" Id="R6314cb30f0f040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deploy/cloud_app.py, deploy/request_form.py, deploy/product_requests.py</a:t>
            </a:r>
          </a:p>
          <a:p xmlns:a="http://schemas.openxmlformats.org/drawingml/2006/main">
            <a:r>
              <a:t>- Internal operations: fixed-PC migration package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Settings master: 利用ガイド (read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a:p xmlns:a="http://schemas.openxmlformats.org/drawingml/2006/main">
            <a:r>
              <a:t>- Internal implementation: deploy/backlog_oauth_ui.py, deploy/backlog_oauth.py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a:p xmlns:a="http://schemas.openxmlformats.org/drawingml/2006/main">
            <a:r>
              <a:t>- Settings master: ユーザー権限マスタ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a:p xmlns:a="http://schemas.openxmlformats.org/drawingml/2006/main">
            <a:r>
              <a:t>- Internal implementation: deploy/request_form.py (registered request re-edit)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(verified 2026-08-24)</a:t>
            </a:r>
          </a:p>
          <a:p xmlns:a="http://schemas.openxmlformats.org/drawingml/2006/main">
            <a:r>
              <a:t>- Internal implementation: deploy/request_form.py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deploy/form_definitions.py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deploy/product_requests.py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a:p xmlns:a="http://schemas.openxmlformats.org/drawingml/2006/main">
            <a:r>
              <a:t>- Internal implementation: deploy/request_form.py, deploy/registration_excel.py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deploy/registration_excel.py, deploy/request_form.py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(verified 2026-08-24)</a:t>
            </a:r>
          </a:p>
          <a:p xmlns:a="http://schemas.openxmlformats.org/drawingml/2006/main">
            <a:r>
              <a:t>- Internal implementation: deploy/form_definitions.py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deploy/form_definitions.py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(trial recurring/SKU 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a:p xmlns:a="http://schemas.openxmlformats.org/drawingml/2006/main">
            <a:r>
              <a:t>- Settings master: Backlog OAuth連携, 自治体設定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deploy/backlog_client.py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(verified 2026-08-24)</a:t>
            </a:r>
          </a:p>
          <a:p xmlns:a="http://schemas.openxmlformats.org/drawingml/2006/main">
            <a:r>
              <a:t>- User-approved due-date operations requirements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deploy/product_requests.py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deploy/product_requests.py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implementation: deploy/request_form.py save and error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 (captured 2026-08-24)</a:t>
            </a:r>
          </a:p>
          <a:p xmlns:a="http://schemas.openxmlformats.org/drawingml/2006/main">
            <a:r>
              <a:t>- Internal implementation: deploy/request_form.py Backlog status sync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Settings spreadsheet 1T7cCWkIJ8f5gFOmhi1eAqId7SwsIyfijfpI-CMegh_4: metadata and 利用ガイド (read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Settings spreadsheet: 種別マスタ, 状態マスタ, カスタム属性マスタ, 施策マスタ, フォーム項目定義 (metadata read 2026-08-24)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Product spreadsheet 1k_yCwLMcwEbVT91jnkGUi-FhR69Doos-kHC8ibICA40: metadata and 利用ガイド (read 2026-08-24)</a:t>
            </a:r>
          </a:p>
          <a:p xmlns:a="http://schemas.openxmlformats.org/drawingml/2006/main">
            <a:r>
              <a:t>- User-approved split-workbook operating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Fixed-PC package README and handoff documentation</a:t>
            </a:r>
          </a:p>
          <a:p xmlns:a="http://schemas.openxmlformats.org/drawingml/2006/main">
            <a:r>
              <a:t>- Settings master: 共通設定, 自治体設定</a:t>
            </a:r>
          </a:p>
          <a:p xmlns:a="http://schemas.openxmlformats.org/drawingml/2006/main">
            <a:r>
              <a:t>- Product master: 更新履歴, 自治体別集計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operations synthesized from current form and spreadsheet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Current incident history and internal implementation error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Settings master: 利用ガイド</a:t>
            </a:r>
          </a:p>
          <a:p xmlns:a="http://schemas.openxmlformats.org/drawingml/2006/main">
            <a:r>
              <a:t>- Fixed-PC security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https://furusato-request-form.streamlit.app/</a:t>
            </a:r>
          </a:p>
          <a:p xmlns:a="http://schemas.openxmlformats.org/drawingml/2006/main">
            <a:r>
              <a:t>- Settings and product master operating guides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1a9a5a8b4f48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fb34def66047cd" /><Relationship Type="http://schemas.openxmlformats.org/officeDocument/2006/relationships/slideLayout" Target="/ppt/slideLayouts/slideLayout1.xml" Id="Rfd944f2d624842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944f2d624842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6114d239344a88" /><Relationship Type="http://schemas.openxmlformats.org/officeDocument/2006/relationships/image" Target="/ppt/media/image.jpeg" Id="Ra7062ac875d345b4" /><Relationship Type="http://schemas.openxmlformats.org/officeDocument/2006/relationships/notesSlide" Target="/ppt/notesSlides/notesSlide1.xml" Id="R404273f605ad41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d374c1c8dd4146" /><Relationship Type="http://schemas.openxmlformats.org/officeDocument/2006/relationships/notesSlide" Target="/ppt/notesSlides/notesSlide2.xml" Id="Rad0ebb5a7aa146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7c2ac4b9974620" /><Relationship Type="http://schemas.openxmlformats.org/officeDocument/2006/relationships/notesSlide" Target="/ppt/notesSlides/notesSlide3.xml" Id="R13c69c66952a43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c501cb38f04ff5" /><Relationship Type="http://schemas.openxmlformats.org/officeDocument/2006/relationships/image" Target="/ppt/media/image2.jpeg" Id="R74813ca0b4884b2f" /><Relationship Type="http://schemas.openxmlformats.org/officeDocument/2006/relationships/notesSlide" Target="/ppt/notesSlides/notesSlide4.xml" Id="Rc10225cdd0d846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11befc01e94372" /><Relationship Type="http://schemas.openxmlformats.org/officeDocument/2006/relationships/image" Target="/ppt/media/image3.jpeg" Id="R135d54a8d05d4ead" /><Relationship Type="http://schemas.openxmlformats.org/officeDocument/2006/relationships/notesSlide" Target="/ppt/notesSlides/notesSlide5.xml" Id="R98b8c5cbb2df4f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7971bd047c14aa9" /><Relationship Type="http://schemas.openxmlformats.org/officeDocument/2006/relationships/image" Target="/ppt/media/image4.jpeg" Id="Rf408f1b08bc84316" /><Relationship Type="http://schemas.openxmlformats.org/officeDocument/2006/relationships/notesSlide" Target="/ppt/notesSlides/notesSlide6.xml" Id="Rf3f3c8c354d249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8e007130c2466a" /><Relationship Type="http://schemas.openxmlformats.org/officeDocument/2006/relationships/notesSlide" Target="/ppt/notesSlides/notesSlide7.xml" Id="Ra543626a4e0e45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8e76a1dcb44bdd" /><Relationship Type="http://schemas.openxmlformats.org/officeDocument/2006/relationships/image" Target="/ppt/media/image5.jpeg" Id="R1698e57fe52b4dc7" /><Relationship Type="http://schemas.openxmlformats.org/officeDocument/2006/relationships/notesSlide" Target="/ppt/notesSlides/notesSlide8.xml" Id="R251ce49fd4be4fc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f464c430e24d71" /><Relationship Type="http://schemas.openxmlformats.org/officeDocument/2006/relationships/notesSlide" Target="/ppt/notesSlides/notesSlide9.xml" Id="R5fe898faae884d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1e71eed67e402c" /><Relationship Type="http://schemas.openxmlformats.org/officeDocument/2006/relationships/image" Target="/ppt/media/image6.jpeg" Id="R4e7259aeb1a545be" /><Relationship Type="http://schemas.openxmlformats.org/officeDocument/2006/relationships/notesSlide" Target="/ppt/notesSlides/notesSlide10.xml" Id="Rf5d9b3fb74394b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da55e49ef6425f" /><Relationship Type="http://schemas.openxmlformats.org/officeDocument/2006/relationships/image" Target="/ppt/media/image7.jpeg" Id="R25f85b595d704837" /><Relationship Type="http://schemas.openxmlformats.org/officeDocument/2006/relationships/notesSlide" Target="/ppt/notesSlides/notesSlide11.xml" Id="R691bc6e5249849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9d0e8ce8744994" /><Relationship Type="http://schemas.openxmlformats.org/officeDocument/2006/relationships/notesSlide" Target="/ppt/notesSlides/notesSlide12.xml" Id="Rb8c7fdb864da4a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972fd2ca8a4b62" /><Relationship Type="http://schemas.openxmlformats.org/officeDocument/2006/relationships/notesSlide" Target="/ppt/notesSlides/notesSlide13.xml" Id="Re64a546959f646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83628e3c2b478b" /><Relationship Type="http://schemas.openxmlformats.org/officeDocument/2006/relationships/notesSlide" Target="/ppt/notesSlides/notesSlide14.xml" Id="Rbf46f72d581c45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5487cfe5354521" /><Relationship Type="http://schemas.openxmlformats.org/officeDocument/2006/relationships/notesSlide" Target="/ppt/notesSlides/notesSlide15.xml" Id="R14bdc4be934240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6dc8b7697c54051" /><Relationship Type="http://schemas.openxmlformats.org/officeDocument/2006/relationships/image" Target="/ppt/media/image8.jpeg" Id="R42ebcb9d78364bb2" /><Relationship Type="http://schemas.openxmlformats.org/officeDocument/2006/relationships/notesSlide" Target="/ppt/notesSlides/notesSlide16.xml" Id="R3f9a5ae577ea4d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e35bd86fb33413c" /><Relationship Type="http://schemas.openxmlformats.org/officeDocument/2006/relationships/notesSlide" Target="/ppt/notesSlides/notesSlide17.xml" Id="R82e3eecc6e9240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4fd7b273184f9b" /><Relationship Type="http://schemas.openxmlformats.org/officeDocument/2006/relationships/notesSlide" Target="/ppt/notesSlides/notesSlide18.xml" Id="R92ef89345c904f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bfc7e1b06c54350" /><Relationship Type="http://schemas.openxmlformats.org/officeDocument/2006/relationships/notesSlide" Target="/ppt/notesSlides/notesSlide19.xml" Id="R6fefd7aca17c45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a21a9fc5d94d59" /><Relationship Type="http://schemas.openxmlformats.org/officeDocument/2006/relationships/notesSlide" Target="/ppt/notesSlides/notesSlide20.xml" Id="R0155cca6db3e44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89224e2123d4007" /><Relationship Type="http://schemas.openxmlformats.org/officeDocument/2006/relationships/notesSlide" Target="/ppt/notesSlides/notesSlide21.xml" Id="Rdeef652fa22d446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3c81763321b4914" /><Relationship Type="http://schemas.openxmlformats.org/officeDocument/2006/relationships/image" Target="/ppt/media/image9.jpeg" Id="R92c11483452f40f5" /><Relationship Type="http://schemas.openxmlformats.org/officeDocument/2006/relationships/notesSlide" Target="/ppt/notesSlides/notesSlide22.xml" Id="R9f404f59b1544a4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dc7f1798d404489" /><Relationship Type="http://schemas.openxmlformats.org/officeDocument/2006/relationships/notesSlide" Target="/ppt/notesSlides/notesSlide23.xml" Id="R66915b9faadc44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3d261fcd6a2454a" /><Relationship Type="http://schemas.openxmlformats.org/officeDocument/2006/relationships/notesSlide" Target="/ppt/notesSlides/notesSlide24.xml" Id="R65969c9a9c2140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1fff999bbdd409a" /><Relationship Type="http://schemas.openxmlformats.org/officeDocument/2006/relationships/notesSlide" Target="/ppt/notesSlides/notesSlide25.xml" Id="R08b695ad6a3b476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17334e235c842c1" /><Relationship Type="http://schemas.openxmlformats.org/officeDocument/2006/relationships/notesSlide" Target="/ppt/notesSlides/notesSlide26.xml" Id="Rab98737cad0a4d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4a2f8611a594a7c" /><Relationship Type="http://schemas.openxmlformats.org/officeDocument/2006/relationships/notesSlide" Target="/ppt/notesSlides/notesSlide27.xml" Id="Rb25e0ad3f7834a8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0bac20b4d3149ae" /><Relationship Type="http://schemas.openxmlformats.org/officeDocument/2006/relationships/notesSlide" Target="/ppt/notesSlides/notesSlide28.xml" Id="Rfe9b363be2a84c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b9500562c124efb" /><Relationship Type="http://schemas.openxmlformats.org/officeDocument/2006/relationships/notesSlide" Target="/ppt/notesSlides/notesSlide29.xml" Id="Re57693b9810b4a6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42ae0e9ee5545e4" /><Relationship Type="http://schemas.openxmlformats.org/officeDocument/2006/relationships/notesSlide" Target="/ppt/notesSlides/notesSlide30.xml" Id="Rb9466657a3aa4d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6954ED-DBDF-45F6-939B-442942DCDCF9}"/>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0F1720"/>
          </a:solidFill>
          <a:ln xmlns:a="http://schemas.openxmlformats.org/drawingml/2006/main" w="9525">
            <a:solidFill>
              <a:srgbClr val="0F1720"/>
            </a:solidFill>
            <a:prstDash val="solid"/>
          </a:ln>
        </p:spPr>
      </p:sp>
      <p:sp>
        <p:nvSpPr>
          <p:cNvPr id="2" name="">
            <a:extLst xmlns:a="http://schemas.openxmlformats.org/drawingml/2006/main">
              <a:ext uri="{FF2B5EF4-FFF2-40B4-BE49-F238E27FC236}">
                <a16:creationId xmlns:a16="http://schemas.microsoft.com/office/drawing/2014/main" id="{776646B7-59DE-49CF-A9CB-7E73EAFF706C}"/>
              </a:ext>
            </a:extLst>
          </p:cNvPr>
          <p:cNvSpPr>
            <a:spLocks xmlns:a="http://schemas.openxmlformats.org/drawingml/2006/main" noGrp="1"/>
          </p:cNvSpPr>
          <p:nvPr/>
        </p:nvSpPr>
        <p:spPr>
          <a:xfrm xmlns:a="http://schemas.openxmlformats.org/drawingml/2006/main">
            <a:off x="609600" y="514350"/>
            <a:ext cx="18097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3" name="text-msd6rg">
            <a:extLst xmlns:a="http://schemas.openxmlformats.org/drawingml/2006/main">
              <a:ext uri="{FF2B5EF4-FFF2-40B4-BE49-F238E27FC236}">
                <a16:creationId xmlns:a16="http://schemas.microsoft.com/office/drawing/2014/main" id="{35A3B2C4-3EDC-4635-9DBB-A98ACAA4F051}"/>
              </a:ext>
            </a:extLst>
          </p:cNvPr>
          <p:cNvSpPr>
            <a:spLocks xmlns:a="http://schemas.openxmlformats.org/drawingml/2006/main" noGrp="1"/>
          </p:cNvSpPr>
          <p:nvPr/>
        </p:nvSpPr>
        <p:spPr>
          <a:xfrm xmlns:a="http://schemas.openxmlformats.org/drawingml/2006/main">
            <a:off x="609600" y="5143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OPERATIONS MANUAL</a:t>
            </a:r>
          </a:p>
        </p:txBody>
      </p:sp>
      <p:sp>
        <p:nvSpPr>
          <p:cNvPr id="4" name="text-6051zr">
            <a:extLst xmlns:a="http://schemas.openxmlformats.org/drawingml/2006/main">
              <a:ext uri="{FF2B5EF4-FFF2-40B4-BE49-F238E27FC236}">
                <a16:creationId xmlns:a16="http://schemas.microsoft.com/office/drawing/2014/main" id="{D97943D5-294D-4794-A716-18040172B460}"/>
              </a:ext>
            </a:extLst>
          </p:cNvPr>
          <p:cNvSpPr>
            <a:spLocks xmlns:a="http://schemas.openxmlformats.org/drawingml/2006/main" noGrp="1"/>
          </p:cNvSpPr>
          <p:nvPr/>
        </p:nvSpPr>
        <p:spPr>
          <a:xfrm xmlns:a="http://schemas.openxmlformats.org/drawingml/2006/main">
            <a:off x="609600" y="1066800"/>
            <a:ext cx="32385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750" b="1">
                <a:solidFill>
                  <a:srgbClr val="FFFFFF"/>
                </a:solidFill>
              </a:defRPr>
            </a:pPr>
            <a:r>
              <a:rPr sz="3750" b="1">
                <a:solidFill>
                  <a:srgbClr val="FFFFFF"/>
                </a:solidFill>
              </a:rPr>
              <a:t>ふるさと納税</a:t>
            </a:r>
          </a:p>
          <a:p xmlns:a="http://schemas.openxmlformats.org/drawingml/2006/main">
            <a:pPr algn="l">
              <a:defRPr sz="3750" b="1">
                <a:solidFill>
                  <a:srgbClr val="FFFFFF"/>
                </a:solidFill>
              </a:defRPr>
            </a:pPr>
            <a:r>
              <a:rPr sz="3750" b="1">
                <a:solidFill>
                  <a:srgbClr val="FFFFFF"/>
                </a:solidFill>
              </a:rPr>
              <a:t>業務支援</a:t>
            </a:r>
          </a:p>
          <a:p xmlns:a="http://schemas.openxmlformats.org/drawingml/2006/main">
            <a:pPr algn="l">
              <a:defRPr sz="3750" b="1">
                <a:solidFill>
                  <a:srgbClr val="FFFFFF"/>
                </a:solidFill>
              </a:defRPr>
            </a:pPr>
            <a:r>
              <a:rPr sz="3750" b="1">
                <a:solidFill>
                  <a:srgbClr val="FFFFFF"/>
                </a:solidFill>
              </a:rPr>
              <a:t>フォーム</a:t>
            </a:r>
          </a:p>
          <a:p xmlns:a="http://schemas.openxmlformats.org/drawingml/2006/main">
            <a:pPr algn="l">
              <a:defRPr sz="3750" b="1">
                <a:solidFill>
                  <a:srgbClr val="FFFFFF"/>
                </a:solidFill>
              </a:defRPr>
            </a:pPr>
            <a:r>
              <a:rPr sz="3750" b="1">
                <a:solidFill>
                  <a:srgbClr val="FFFFFF"/>
                </a:solidFill>
              </a:rPr>
              <a:t>運用マニュアル</a:t>
            </a:r>
          </a:p>
        </p:txBody>
      </p:sp>
      <p:sp>
        <p:nvSpPr>
          <p:cNvPr id="5" name="text-f7vtfo">
            <a:extLst xmlns:a="http://schemas.openxmlformats.org/drawingml/2006/main">
              <a:ext uri="{FF2B5EF4-FFF2-40B4-BE49-F238E27FC236}">
                <a16:creationId xmlns:a16="http://schemas.microsoft.com/office/drawing/2014/main" id="{4EBB3D18-7B43-4303-AC5A-EC88C8B9B7F1}"/>
              </a:ext>
            </a:extLst>
          </p:cNvPr>
          <p:cNvSpPr>
            <a:spLocks xmlns:a="http://schemas.openxmlformats.org/drawingml/2006/main" noGrp="1"/>
          </p:cNvSpPr>
          <p:nvPr/>
        </p:nvSpPr>
        <p:spPr>
          <a:xfrm xmlns:a="http://schemas.openxmlformats.org/drawingml/2006/main">
            <a:off x="609600" y="35623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D9E5EE"/>
                </a:solidFill>
              </a:defRPr>
            </a:pPr>
            <a:r>
              <a:rPr sz="1500" b="1">
                <a:solidFill>
                  <a:srgbClr val="D9E5EE"/>
                </a:solidFill>
              </a:rPr>
              <a:t>フォーム入力・Backlog連携</a:t>
            </a:r>
          </a:p>
          <a:p xmlns:a="http://schemas.openxmlformats.org/drawingml/2006/main">
            <a:pPr algn="l">
              <a:defRPr sz="1500" b="1">
                <a:solidFill>
                  <a:srgbClr val="D9E5EE"/>
                </a:solidFill>
              </a:defRPr>
            </a:pPr>
            <a:r>
              <a:rPr sz="1500" b="1">
                <a:solidFill>
                  <a:srgbClr val="D9E5EE"/>
                </a:solidFill>
              </a:rPr>
              <a:t>管理スプレッドシート・固定PC自動取得</a:t>
            </a:r>
          </a:p>
        </p:txBody>
      </p:sp>
      <p:sp>
        <p:nvSpPr>
          <p:cNvPr id="6" name="text-t989uq">
            <a:extLst xmlns:a="http://schemas.openxmlformats.org/drawingml/2006/main">
              <a:ext uri="{FF2B5EF4-FFF2-40B4-BE49-F238E27FC236}">
                <a16:creationId xmlns:a16="http://schemas.microsoft.com/office/drawing/2014/main" id="{1C0A41F4-EDC8-4150-90D0-76A49F2B68C8}"/>
              </a:ext>
            </a:extLst>
          </p:cNvPr>
          <p:cNvSpPr>
            <a:spLocks xmlns:a="http://schemas.openxmlformats.org/drawingml/2006/main" noGrp="1"/>
          </p:cNvSpPr>
          <p:nvPr/>
        </p:nvSpPr>
        <p:spPr>
          <a:xfrm xmlns:a="http://schemas.openxmlformats.org/drawingml/2006/main">
            <a:off x="609600" y="5810250"/>
            <a:ext cx="304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AFC0CC"/>
                </a:solidFill>
              </a:defRPr>
            </a:pPr>
            <a:r>
              <a:rPr sz="1125" b="1">
                <a:solidFill>
                  <a:srgbClr val="AFC0CC"/>
                </a:solidFill>
              </a:rPr>
              <a:t>対象：依頼入力者／運用担当者／管理者</a:t>
            </a:r>
          </a:p>
          <a:p xmlns:a="http://schemas.openxmlformats.org/drawingml/2006/main">
            <a:pPr algn="l">
              <a:defRPr sz="1125" b="1">
                <a:solidFill>
                  <a:srgbClr val="AFC0CC"/>
                </a:solidFill>
              </a:defRPr>
            </a:pPr>
            <a:r>
              <a:rPr sz="1125" b="1">
                <a:solidFill>
                  <a:srgbClr val="AFC0CC"/>
                </a:solidFill>
              </a:rPr>
              <a:t>2026.08.24 版</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7062ac875d345b4"/>
          <a:stretch xmlns:a="http://schemas.openxmlformats.org/drawingml/2006/main"/>
        </p:blipFill>
        <p:spPr>
          <a:xfrm xmlns:a="http://schemas.openxmlformats.org/drawingml/2006/main">
            <a:off x="4457700" y="1435894"/>
            <a:ext cx="7086600" cy="3986213"/>
          </a:xfrm>
          <a:prstGeom xmlns:a="http://schemas.openxmlformats.org/drawingml/2006/main" prst="roundRect">
            <a:avLst>
              <a:gd name="adj" fmla="val 1961"/>
            </a:avLst>
          </a:prstGeom>
        </p:spPr>
      </p:pic>
    </p:spTree>
    <p:extLst>
      <p:ext uri="{BB962C8B-B14F-4D97-AF65-F5344CB8AC3E}">
        <p14:creationId xmlns:p14="http://schemas.microsoft.com/office/powerpoint/2010/main" val="17332273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dcfeki">
            <a:extLst xmlns:a="http://schemas.openxmlformats.org/drawingml/2006/main">
              <a:ext uri="{FF2B5EF4-FFF2-40B4-BE49-F238E27FC236}">
                <a16:creationId xmlns:a16="http://schemas.microsoft.com/office/drawing/2014/main" id="{BEFD0EAB-DF62-4E8B-9C16-C98327DDDCD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01 / SYSTEM OVERVIEW</a:t>
            </a:r>
          </a:p>
        </p:txBody>
      </p:sp>
      <p:sp>
        <p:nvSpPr>
          <p:cNvPr id="2" name="text-ntego7">
            <a:extLst xmlns:a="http://schemas.openxmlformats.org/drawingml/2006/main">
              <a:ext uri="{FF2B5EF4-FFF2-40B4-BE49-F238E27FC236}">
                <a16:creationId xmlns:a16="http://schemas.microsoft.com/office/drawing/2014/main" id="{D7F12838-D35B-42A8-B4E8-386494925BCA}"/>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入力から作業完了までを1本につなぐ</a:t>
            </a:r>
          </a:p>
        </p:txBody>
      </p:sp>
      <p:sp>
        <p:nvSpPr>
          <p:cNvPr id="3" name="text-1x6sj3">
            <a:extLst xmlns:a="http://schemas.openxmlformats.org/drawingml/2006/main">
              <a:ext uri="{FF2B5EF4-FFF2-40B4-BE49-F238E27FC236}">
                <a16:creationId xmlns:a16="http://schemas.microsoft.com/office/drawing/2014/main" id="{3C2DB936-90DC-4850-98BA-B237335E5619}"/>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フォーム、2冊のマスタ、Backlog、固定PCがそれぞれ役割を持ちます。</a:t>
            </a:r>
          </a:p>
        </p:txBody>
      </p:sp>
      <p:sp>
        <p:nvSpPr>
          <p:cNvPr id="4" name="">
            <a:extLst xmlns:a="http://schemas.openxmlformats.org/drawingml/2006/main">
              <a:ext uri="{FF2B5EF4-FFF2-40B4-BE49-F238E27FC236}">
                <a16:creationId xmlns:a16="http://schemas.microsoft.com/office/drawing/2014/main" id="{763F2D19-2A2F-42E3-9C6D-DFC128B32E8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663B1615-DEEA-4E54-9A26-3CADDEB420A5}"/>
              </a:ext>
            </a:extLst>
          </p:cNvPr>
          <p:cNvSpPr>
            <a:spLocks xmlns:a="http://schemas.openxmlformats.org/drawingml/2006/main" noGrp="1"/>
          </p:cNvSpPr>
          <p:nvPr/>
        </p:nvSpPr>
        <p:spPr>
          <a:xfrm xmlns:a="http://schemas.openxmlformats.org/drawingml/2006/main">
            <a:off x="2476500" y="2914650"/>
            <a:ext cx="26670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6" name="">
            <a:extLst xmlns:a="http://schemas.openxmlformats.org/drawingml/2006/main">
              <a:ext uri="{FF2B5EF4-FFF2-40B4-BE49-F238E27FC236}">
                <a16:creationId xmlns:a16="http://schemas.microsoft.com/office/drawing/2014/main" id="{FCBEED17-DB9F-4B14-A1C3-59521905F828}"/>
              </a:ext>
            </a:extLst>
          </p:cNvPr>
          <p:cNvSpPr>
            <a:spLocks xmlns:a="http://schemas.openxmlformats.org/drawingml/2006/main" noGrp="1"/>
          </p:cNvSpPr>
          <p:nvPr/>
        </p:nvSpPr>
        <p:spPr>
          <a:xfrm xmlns:a="http://schemas.openxmlformats.org/drawingml/2006/main">
            <a:off x="4819650" y="2914650"/>
            <a:ext cx="26670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7" name="">
            <a:extLst xmlns:a="http://schemas.openxmlformats.org/drawingml/2006/main">
              <a:ext uri="{FF2B5EF4-FFF2-40B4-BE49-F238E27FC236}">
                <a16:creationId xmlns:a16="http://schemas.microsoft.com/office/drawing/2014/main" id="{ED3DC96F-A4FD-4728-BAEE-4BCA08556AA4}"/>
              </a:ext>
            </a:extLst>
          </p:cNvPr>
          <p:cNvSpPr>
            <a:spLocks xmlns:a="http://schemas.openxmlformats.org/drawingml/2006/main" noGrp="1"/>
          </p:cNvSpPr>
          <p:nvPr/>
        </p:nvSpPr>
        <p:spPr>
          <a:xfrm xmlns:a="http://schemas.openxmlformats.org/drawingml/2006/main">
            <a:off x="7162800" y="2914650"/>
            <a:ext cx="26670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8" name="">
            <a:extLst xmlns:a="http://schemas.openxmlformats.org/drawingml/2006/main">
              <a:ext uri="{FF2B5EF4-FFF2-40B4-BE49-F238E27FC236}">
                <a16:creationId xmlns:a16="http://schemas.microsoft.com/office/drawing/2014/main" id="{7041D301-ED62-4EF5-AB3C-1C46E51C1C08}"/>
              </a:ext>
            </a:extLst>
          </p:cNvPr>
          <p:cNvSpPr>
            <a:spLocks xmlns:a="http://schemas.openxmlformats.org/drawingml/2006/main" noGrp="1"/>
          </p:cNvSpPr>
          <p:nvPr/>
        </p:nvSpPr>
        <p:spPr>
          <a:xfrm xmlns:a="http://schemas.openxmlformats.org/drawingml/2006/main">
            <a:off x="9505950" y="2914650"/>
            <a:ext cx="26670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9" name="">
            <a:extLst xmlns:a="http://schemas.openxmlformats.org/drawingml/2006/main">
              <a:ext uri="{FF2B5EF4-FFF2-40B4-BE49-F238E27FC236}">
                <a16:creationId xmlns:a16="http://schemas.microsoft.com/office/drawing/2014/main" id="{D8E89915-357B-40AD-BB2E-97FB2721BA65}"/>
              </a:ext>
            </a:extLst>
          </p:cNvPr>
          <p:cNvSpPr>
            <a:spLocks xmlns:a="http://schemas.openxmlformats.org/drawingml/2006/main" noGrp="1"/>
          </p:cNvSpPr>
          <p:nvPr/>
        </p:nvSpPr>
        <p:spPr>
          <a:xfrm xmlns:a="http://schemas.openxmlformats.org/drawingml/2006/main">
            <a:off x="400050" y="2324100"/>
            <a:ext cx="2076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339CD08-CB66-4A8E-8781-69363C9626CA}"/>
              </a:ext>
            </a:extLst>
          </p:cNvPr>
          <p:cNvSpPr>
            <a:spLocks xmlns:a="http://schemas.openxmlformats.org/drawingml/2006/main" noGrp="1"/>
          </p:cNvSpPr>
          <p:nvPr/>
        </p:nvSpPr>
        <p:spPr>
          <a:xfrm xmlns:a="http://schemas.openxmlformats.org/drawingml/2006/main">
            <a:off x="552450" y="24765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1" name="text-hit1fq">
            <a:extLst xmlns:a="http://schemas.openxmlformats.org/drawingml/2006/main">
              <a:ext uri="{FF2B5EF4-FFF2-40B4-BE49-F238E27FC236}">
                <a16:creationId xmlns:a16="http://schemas.microsoft.com/office/drawing/2014/main" id="{9F607F57-6534-4FED-ACF8-CE1B7885FB9F}"/>
              </a:ext>
            </a:extLst>
          </p:cNvPr>
          <p:cNvSpPr>
            <a:spLocks xmlns:a="http://schemas.openxmlformats.org/drawingml/2006/main" noGrp="1"/>
          </p:cNvSpPr>
          <p:nvPr/>
        </p:nvSpPr>
        <p:spPr>
          <a:xfrm xmlns:a="http://schemas.openxmlformats.org/drawingml/2006/main">
            <a:off x="990600" y="24193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依頼者</a:t>
            </a:r>
          </a:p>
        </p:txBody>
      </p:sp>
      <p:sp>
        <p:nvSpPr>
          <p:cNvPr id="12" name="text-ziceaw">
            <a:extLst xmlns:a="http://schemas.openxmlformats.org/drawingml/2006/main">
              <a:ext uri="{FF2B5EF4-FFF2-40B4-BE49-F238E27FC236}">
                <a16:creationId xmlns:a16="http://schemas.microsoft.com/office/drawing/2014/main" id="{4A085276-89BD-4F29-B520-A79728895220}"/>
              </a:ext>
            </a:extLst>
          </p:cNvPr>
          <p:cNvSpPr>
            <a:spLocks xmlns:a="http://schemas.openxmlformats.org/drawingml/2006/main" noGrp="1"/>
          </p:cNvSpPr>
          <p:nvPr/>
        </p:nvSpPr>
        <p:spPr>
          <a:xfrm xmlns:a="http://schemas.openxmlformats.org/drawingml/2006/main">
            <a:off x="571500" y="28765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フォームへ入力</a:t>
            </a:r>
          </a:p>
        </p:txBody>
      </p:sp>
      <p:sp>
        <p:nvSpPr>
          <p:cNvPr id="13" name="">
            <a:extLst xmlns:a="http://schemas.openxmlformats.org/drawingml/2006/main">
              <a:ext uri="{FF2B5EF4-FFF2-40B4-BE49-F238E27FC236}">
                <a16:creationId xmlns:a16="http://schemas.microsoft.com/office/drawing/2014/main" id="{783F0984-7691-42EF-A020-E770DEE0E213}"/>
              </a:ext>
            </a:extLst>
          </p:cNvPr>
          <p:cNvSpPr>
            <a:spLocks xmlns:a="http://schemas.openxmlformats.org/drawingml/2006/main" noGrp="1"/>
          </p:cNvSpPr>
          <p:nvPr/>
        </p:nvSpPr>
        <p:spPr>
          <a:xfrm xmlns:a="http://schemas.openxmlformats.org/drawingml/2006/main">
            <a:off x="2743200" y="2324100"/>
            <a:ext cx="2076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87A24578-D330-4050-9925-1EE072EE004C}"/>
              </a:ext>
            </a:extLst>
          </p:cNvPr>
          <p:cNvSpPr>
            <a:spLocks xmlns:a="http://schemas.openxmlformats.org/drawingml/2006/main" noGrp="1"/>
          </p:cNvSpPr>
          <p:nvPr/>
        </p:nvSpPr>
        <p:spPr>
          <a:xfrm xmlns:a="http://schemas.openxmlformats.org/drawingml/2006/main">
            <a:off x="2895600" y="2476500"/>
            <a:ext cx="342900" cy="3429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5" name="text-sb9my6">
            <a:extLst xmlns:a="http://schemas.openxmlformats.org/drawingml/2006/main">
              <a:ext uri="{FF2B5EF4-FFF2-40B4-BE49-F238E27FC236}">
                <a16:creationId xmlns:a16="http://schemas.microsoft.com/office/drawing/2014/main" id="{7BC9ECD1-ED3F-4E0F-AC8C-CE58593B923A}"/>
              </a:ext>
            </a:extLst>
          </p:cNvPr>
          <p:cNvSpPr>
            <a:spLocks xmlns:a="http://schemas.openxmlformats.org/drawingml/2006/main" noGrp="1"/>
          </p:cNvSpPr>
          <p:nvPr/>
        </p:nvSpPr>
        <p:spPr>
          <a:xfrm xmlns:a="http://schemas.openxmlformats.org/drawingml/2006/main">
            <a:off x="3333750" y="24193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共有マスタ</a:t>
            </a:r>
          </a:p>
        </p:txBody>
      </p:sp>
      <p:sp>
        <p:nvSpPr>
          <p:cNvPr id="16" name="text-z4sejc">
            <a:extLst xmlns:a="http://schemas.openxmlformats.org/drawingml/2006/main">
              <a:ext uri="{FF2B5EF4-FFF2-40B4-BE49-F238E27FC236}">
                <a16:creationId xmlns:a16="http://schemas.microsoft.com/office/drawing/2014/main" id="{2FE1CF18-AC41-4B14-BAAC-FFDF769A0BFA}"/>
              </a:ext>
            </a:extLst>
          </p:cNvPr>
          <p:cNvSpPr>
            <a:spLocks xmlns:a="http://schemas.openxmlformats.org/drawingml/2006/main" noGrp="1"/>
          </p:cNvSpPr>
          <p:nvPr/>
        </p:nvSpPr>
        <p:spPr>
          <a:xfrm xmlns:a="http://schemas.openxmlformats.org/drawingml/2006/main">
            <a:off x="2914650" y="28765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商品・設定を参照</a:t>
            </a:r>
          </a:p>
        </p:txBody>
      </p:sp>
      <p:sp>
        <p:nvSpPr>
          <p:cNvPr id="17" name="">
            <a:extLst xmlns:a="http://schemas.openxmlformats.org/drawingml/2006/main">
              <a:ext uri="{FF2B5EF4-FFF2-40B4-BE49-F238E27FC236}">
                <a16:creationId xmlns:a16="http://schemas.microsoft.com/office/drawing/2014/main" id="{A0CAC7D2-DD5D-445F-9762-50A0B28D5267}"/>
              </a:ext>
            </a:extLst>
          </p:cNvPr>
          <p:cNvSpPr>
            <a:spLocks xmlns:a="http://schemas.openxmlformats.org/drawingml/2006/main" noGrp="1"/>
          </p:cNvSpPr>
          <p:nvPr/>
        </p:nvSpPr>
        <p:spPr>
          <a:xfrm xmlns:a="http://schemas.openxmlformats.org/drawingml/2006/main">
            <a:off x="5086350" y="2324100"/>
            <a:ext cx="2076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DE569644-3AF1-4551-8310-D29F4CAD94C2}"/>
              </a:ext>
            </a:extLst>
          </p:cNvPr>
          <p:cNvSpPr>
            <a:spLocks xmlns:a="http://schemas.openxmlformats.org/drawingml/2006/main" noGrp="1"/>
          </p:cNvSpPr>
          <p:nvPr/>
        </p:nvSpPr>
        <p:spPr>
          <a:xfrm xmlns:a="http://schemas.openxmlformats.org/drawingml/2006/main">
            <a:off x="5238750" y="247650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9" name="text-u74f23">
            <a:extLst xmlns:a="http://schemas.openxmlformats.org/drawingml/2006/main">
              <a:ext uri="{FF2B5EF4-FFF2-40B4-BE49-F238E27FC236}">
                <a16:creationId xmlns:a16="http://schemas.microsoft.com/office/drawing/2014/main" id="{073BD674-CE6E-4CBD-A512-DB9317F79CA2}"/>
              </a:ext>
            </a:extLst>
          </p:cNvPr>
          <p:cNvSpPr>
            <a:spLocks xmlns:a="http://schemas.openxmlformats.org/drawingml/2006/main" noGrp="1"/>
          </p:cNvSpPr>
          <p:nvPr/>
        </p:nvSpPr>
        <p:spPr>
          <a:xfrm xmlns:a="http://schemas.openxmlformats.org/drawingml/2006/main">
            <a:off x="5676900" y="24193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Backlog</a:t>
            </a:r>
          </a:p>
        </p:txBody>
      </p:sp>
      <p:sp>
        <p:nvSpPr>
          <p:cNvPr id="20" name="text-h5ags1">
            <a:extLst xmlns:a="http://schemas.openxmlformats.org/drawingml/2006/main">
              <a:ext uri="{FF2B5EF4-FFF2-40B4-BE49-F238E27FC236}">
                <a16:creationId xmlns:a16="http://schemas.microsoft.com/office/drawing/2014/main" id="{09137BB8-7776-4B74-A359-02EEADE904E5}"/>
              </a:ext>
            </a:extLst>
          </p:cNvPr>
          <p:cNvSpPr>
            <a:spLocks xmlns:a="http://schemas.openxmlformats.org/drawingml/2006/main" noGrp="1"/>
          </p:cNvSpPr>
          <p:nvPr/>
        </p:nvSpPr>
        <p:spPr>
          <a:xfrm xmlns:a="http://schemas.openxmlformats.org/drawingml/2006/main">
            <a:off x="5257800" y="28765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課題・添付を作成</a:t>
            </a:r>
          </a:p>
        </p:txBody>
      </p:sp>
      <p:sp>
        <p:nvSpPr>
          <p:cNvPr id="21" name="">
            <a:extLst xmlns:a="http://schemas.openxmlformats.org/drawingml/2006/main">
              <a:ext uri="{FF2B5EF4-FFF2-40B4-BE49-F238E27FC236}">
                <a16:creationId xmlns:a16="http://schemas.microsoft.com/office/drawing/2014/main" id="{5F1B5430-BEE1-4A86-A058-42A908B32E09}"/>
              </a:ext>
            </a:extLst>
          </p:cNvPr>
          <p:cNvSpPr>
            <a:spLocks xmlns:a="http://schemas.openxmlformats.org/drawingml/2006/main" noGrp="1"/>
          </p:cNvSpPr>
          <p:nvPr/>
        </p:nvSpPr>
        <p:spPr>
          <a:xfrm xmlns:a="http://schemas.openxmlformats.org/drawingml/2006/main">
            <a:off x="7429500" y="2324100"/>
            <a:ext cx="2076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575244B8-040C-4CD1-ABC9-1792F33E6517}"/>
              </a:ext>
            </a:extLst>
          </p:cNvPr>
          <p:cNvSpPr>
            <a:spLocks xmlns:a="http://schemas.openxmlformats.org/drawingml/2006/main" noGrp="1"/>
          </p:cNvSpPr>
          <p:nvPr/>
        </p:nvSpPr>
        <p:spPr>
          <a:xfrm xmlns:a="http://schemas.openxmlformats.org/drawingml/2006/main">
            <a:off x="7581900" y="247650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3" name="text-gw8me1">
            <a:extLst xmlns:a="http://schemas.openxmlformats.org/drawingml/2006/main">
              <a:ext uri="{FF2B5EF4-FFF2-40B4-BE49-F238E27FC236}">
                <a16:creationId xmlns:a16="http://schemas.microsoft.com/office/drawing/2014/main" id="{707D2F70-B432-4483-B067-D2F2C510DB30}"/>
              </a:ext>
            </a:extLst>
          </p:cNvPr>
          <p:cNvSpPr>
            <a:spLocks xmlns:a="http://schemas.openxmlformats.org/drawingml/2006/main" noGrp="1"/>
          </p:cNvSpPr>
          <p:nvPr/>
        </p:nvSpPr>
        <p:spPr>
          <a:xfrm xmlns:a="http://schemas.openxmlformats.org/drawingml/2006/main">
            <a:off x="8020050" y="24193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作業者</a:t>
            </a:r>
          </a:p>
        </p:txBody>
      </p:sp>
      <p:sp>
        <p:nvSpPr>
          <p:cNvPr id="24" name="text-z3uvqk">
            <a:extLst xmlns:a="http://schemas.openxmlformats.org/drawingml/2006/main">
              <a:ext uri="{FF2B5EF4-FFF2-40B4-BE49-F238E27FC236}">
                <a16:creationId xmlns:a16="http://schemas.microsoft.com/office/drawing/2014/main" id="{8A64225E-97B2-47C6-8DB8-7A9B06B7B4B6}"/>
              </a:ext>
            </a:extLst>
          </p:cNvPr>
          <p:cNvSpPr>
            <a:spLocks xmlns:a="http://schemas.openxmlformats.org/drawingml/2006/main" noGrp="1"/>
          </p:cNvSpPr>
          <p:nvPr/>
        </p:nvSpPr>
        <p:spPr>
          <a:xfrm xmlns:a="http://schemas.openxmlformats.org/drawingml/2006/main">
            <a:off x="7600950" y="28765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登録・修正を実施</a:t>
            </a:r>
          </a:p>
        </p:txBody>
      </p:sp>
      <p:sp>
        <p:nvSpPr>
          <p:cNvPr id="25" name="">
            <a:extLst xmlns:a="http://schemas.openxmlformats.org/drawingml/2006/main">
              <a:ext uri="{FF2B5EF4-FFF2-40B4-BE49-F238E27FC236}">
                <a16:creationId xmlns:a16="http://schemas.microsoft.com/office/drawing/2014/main" id="{9B3ADF26-227D-42F4-BDC4-EBDDEC2282DA}"/>
              </a:ext>
            </a:extLst>
          </p:cNvPr>
          <p:cNvSpPr>
            <a:spLocks xmlns:a="http://schemas.openxmlformats.org/drawingml/2006/main" noGrp="1"/>
          </p:cNvSpPr>
          <p:nvPr/>
        </p:nvSpPr>
        <p:spPr>
          <a:xfrm xmlns:a="http://schemas.openxmlformats.org/drawingml/2006/main">
            <a:off x="9772650" y="2324100"/>
            <a:ext cx="2076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0C02AAD5-DB33-40A0-86F4-7EC1FCD3CA79}"/>
              </a:ext>
            </a:extLst>
          </p:cNvPr>
          <p:cNvSpPr>
            <a:spLocks xmlns:a="http://schemas.openxmlformats.org/drawingml/2006/main" noGrp="1"/>
          </p:cNvSpPr>
          <p:nvPr/>
        </p:nvSpPr>
        <p:spPr>
          <a:xfrm xmlns:a="http://schemas.openxmlformats.org/drawingml/2006/main">
            <a:off x="9925050" y="24765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7" name="text-vm6kl8">
            <a:extLst xmlns:a="http://schemas.openxmlformats.org/drawingml/2006/main">
              <a:ext uri="{FF2B5EF4-FFF2-40B4-BE49-F238E27FC236}">
                <a16:creationId xmlns:a16="http://schemas.microsoft.com/office/drawing/2014/main" id="{1084D2BB-633B-4E24-9F73-3DF848D25243}"/>
              </a:ext>
            </a:extLst>
          </p:cNvPr>
          <p:cNvSpPr>
            <a:spLocks xmlns:a="http://schemas.openxmlformats.org/drawingml/2006/main" noGrp="1"/>
          </p:cNvSpPr>
          <p:nvPr/>
        </p:nvSpPr>
        <p:spPr>
          <a:xfrm xmlns:a="http://schemas.openxmlformats.org/drawingml/2006/main">
            <a:off x="10363200" y="2419350"/>
            <a:ext cx="135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固定PC</a:t>
            </a:r>
          </a:p>
        </p:txBody>
      </p:sp>
      <p:sp>
        <p:nvSpPr>
          <p:cNvPr id="28" name="text-59awyg">
            <a:extLst xmlns:a="http://schemas.openxmlformats.org/drawingml/2006/main">
              <a:ext uri="{FF2B5EF4-FFF2-40B4-BE49-F238E27FC236}">
                <a16:creationId xmlns:a16="http://schemas.microsoft.com/office/drawing/2014/main" id="{D739402F-3E0F-41AA-9524-2202C250926A}"/>
              </a:ext>
            </a:extLst>
          </p:cNvPr>
          <p:cNvSpPr>
            <a:spLocks xmlns:a="http://schemas.openxmlformats.org/drawingml/2006/main" noGrp="1"/>
          </p:cNvSpPr>
          <p:nvPr/>
        </p:nvSpPr>
        <p:spPr>
          <a:xfrm xmlns:a="http://schemas.openxmlformats.org/drawingml/2006/main">
            <a:off x="9944100" y="28765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チョイス最新値を取得</a:t>
            </a:r>
          </a:p>
        </p:txBody>
      </p:sp>
      <p:sp>
        <p:nvSpPr>
          <p:cNvPr id="29" name="">
            <a:extLst xmlns:a="http://schemas.openxmlformats.org/drawingml/2006/main">
              <a:ext uri="{FF2B5EF4-FFF2-40B4-BE49-F238E27FC236}">
                <a16:creationId xmlns:a16="http://schemas.microsoft.com/office/drawing/2014/main" id="{0928D931-7E98-46D0-8A4B-AD9D138C9868}"/>
              </a:ext>
            </a:extLst>
          </p:cNvPr>
          <p:cNvSpPr>
            <a:spLocks xmlns:a="http://schemas.openxmlformats.org/drawingml/2006/main" noGrp="1"/>
          </p:cNvSpPr>
          <p:nvPr/>
        </p:nvSpPr>
        <p:spPr>
          <a:xfrm xmlns:a="http://schemas.openxmlformats.org/drawingml/2006/main">
            <a:off x="666750" y="4229100"/>
            <a:ext cx="10858500" cy="12382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td7ndg">
            <a:extLst xmlns:a="http://schemas.openxmlformats.org/drawingml/2006/main">
              <a:ext uri="{FF2B5EF4-FFF2-40B4-BE49-F238E27FC236}">
                <a16:creationId xmlns:a16="http://schemas.microsoft.com/office/drawing/2014/main" id="{38052F1E-DECC-42A0-890E-A713E505937B}"/>
              </a:ext>
            </a:extLst>
          </p:cNvPr>
          <p:cNvSpPr>
            <a:spLocks xmlns:a="http://schemas.openxmlformats.org/drawingml/2006/main" noGrp="1"/>
          </p:cNvSpPr>
          <p:nvPr/>
        </p:nvSpPr>
        <p:spPr>
          <a:xfrm xmlns:a="http://schemas.openxmlformats.org/drawingml/2006/main">
            <a:off x="876300" y="4362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0F1720"/>
                </a:solidFill>
              </a:defRPr>
            </a:pPr>
            <a:r>
              <a:rPr sz="1650" b="1">
                <a:solidFill>
                  <a:srgbClr val="0F1720"/>
                </a:solidFill>
              </a:rPr>
              <a:t>正しい運用の考え方</a:t>
            </a:r>
          </a:p>
        </p:txBody>
      </p:sp>
      <p:sp>
        <p:nvSpPr>
          <p:cNvPr id="31" name="">
            <a:extLst xmlns:a="http://schemas.openxmlformats.org/drawingml/2006/main">
              <a:ext uri="{FF2B5EF4-FFF2-40B4-BE49-F238E27FC236}">
                <a16:creationId xmlns:a16="http://schemas.microsoft.com/office/drawing/2014/main" id="{54E99731-9DD3-4E4B-A698-15CCD0E1DCB9}"/>
              </a:ext>
            </a:extLst>
          </p:cNvPr>
          <p:cNvSpPr>
            <a:spLocks xmlns:a="http://schemas.openxmlformats.org/drawingml/2006/main" noGrp="1"/>
          </p:cNvSpPr>
          <p:nvPr/>
        </p:nvSpPr>
        <p:spPr>
          <a:xfrm xmlns:a="http://schemas.openxmlformats.org/drawingml/2006/main">
            <a:off x="876300" y="48482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32" name="text-jarjus">
            <a:extLst xmlns:a="http://schemas.openxmlformats.org/drawingml/2006/main">
              <a:ext uri="{FF2B5EF4-FFF2-40B4-BE49-F238E27FC236}">
                <a16:creationId xmlns:a16="http://schemas.microsoft.com/office/drawing/2014/main" id="{EADB3925-51C6-4506-A98D-077364B87844}"/>
              </a:ext>
            </a:extLst>
          </p:cNvPr>
          <p:cNvSpPr>
            <a:spLocks xmlns:a="http://schemas.openxmlformats.org/drawingml/2006/main" noGrp="1"/>
          </p:cNvSpPr>
          <p:nvPr/>
        </p:nvSpPr>
        <p:spPr>
          <a:xfrm xmlns:a="http://schemas.openxmlformats.org/drawingml/2006/main">
            <a:off x="1085850" y="474345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フォームの選択肢は設定マスタと全自治体マスタから生成</a:t>
            </a:r>
          </a:p>
        </p:txBody>
      </p:sp>
      <p:sp>
        <p:nvSpPr>
          <p:cNvPr id="33" name="">
            <a:extLst xmlns:a="http://schemas.openxmlformats.org/drawingml/2006/main">
              <a:ext uri="{FF2B5EF4-FFF2-40B4-BE49-F238E27FC236}">
                <a16:creationId xmlns:a16="http://schemas.microsoft.com/office/drawing/2014/main" id="{67174E28-0D8D-47E1-9AB5-74A2D3661839}"/>
              </a:ext>
            </a:extLst>
          </p:cNvPr>
          <p:cNvSpPr>
            <a:spLocks xmlns:a="http://schemas.openxmlformats.org/drawingml/2006/main" noGrp="1"/>
          </p:cNvSpPr>
          <p:nvPr/>
        </p:nvSpPr>
        <p:spPr>
          <a:xfrm xmlns:a="http://schemas.openxmlformats.org/drawingml/2006/main">
            <a:off x="5905500" y="48482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34" name="text-uvnu1s">
            <a:extLst xmlns:a="http://schemas.openxmlformats.org/drawingml/2006/main">
              <a:ext uri="{FF2B5EF4-FFF2-40B4-BE49-F238E27FC236}">
                <a16:creationId xmlns:a16="http://schemas.microsoft.com/office/drawing/2014/main" id="{04D3A9C7-44F4-4A8C-A93B-D720D3453C39}"/>
              </a:ext>
            </a:extLst>
          </p:cNvPr>
          <p:cNvSpPr>
            <a:spLocks xmlns:a="http://schemas.openxmlformats.org/drawingml/2006/main" noGrp="1"/>
          </p:cNvSpPr>
          <p:nvPr/>
        </p:nvSpPr>
        <p:spPr>
          <a:xfrm xmlns:a="http://schemas.openxmlformats.org/drawingml/2006/main">
            <a:off x="6115050" y="474345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依頼内容は商品マスタへ保存し、Backlogへ同時起票</a:t>
            </a:r>
          </a:p>
        </p:txBody>
      </p:sp>
      <p:sp>
        <p:nvSpPr>
          <p:cNvPr id="35" name="">
            <a:extLst xmlns:a="http://schemas.openxmlformats.org/drawingml/2006/main">
              <a:ext uri="{FF2B5EF4-FFF2-40B4-BE49-F238E27FC236}">
                <a16:creationId xmlns:a16="http://schemas.microsoft.com/office/drawing/2014/main" id="{125E1330-FBDB-40F6-9B31-3B9EE3D78ACD}"/>
              </a:ext>
            </a:extLst>
          </p:cNvPr>
          <p:cNvSpPr>
            <a:spLocks xmlns:a="http://schemas.openxmlformats.org/drawingml/2006/main" noGrp="1"/>
          </p:cNvSpPr>
          <p:nvPr/>
        </p:nvSpPr>
        <p:spPr>
          <a:xfrm xmlns:a="http://schemas.openxmlformats.org/drawingml/2006/main">
            <a:off x="876300" y="52101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36" name="text-s23t0l">
            <a:extLst xmlns:a="http://schemas.openxmlformats.org/drawingml/2006/main">
              <a:ext uri="{FF2B5EF4-FFF2-40B4-BE49-F238E27FC236}">
                <a16:creationId xmlns:a16="http://schemas.microsoft.com/office/drawing/2014/main" id="{723EBE40-517C-4046-8DEF-5D1BCA6D3A93}"/>
              </a:ext>
            </a:extLst>
          </p:cNvPr>
          <p:cNvSpPr>
            <a:spLocks xmlns:a="http://schemas.openxmlformats.org/drawingml/2006/main" noGrp="1"/>
          </p:cNvSpPr>
          <p:nvPr/>
        </p:nvSpPr>
        <p:spPr>
          <a:xfrm xmlns:a="http://schemas.openxmlformats.org/drawingml/2006/main">
            <a:off x="1085850" y="51054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固定PCは夜間にチョイスの最新商品データを取得</a:t>
            </a:r>
          </a:p>
        </p:txBody>
      </p:sp>
      <p:sp>
        <p:nvSpPr>
          <p:cNvPr id="37" name="">
            <a:extLst xmlns:a="http://schemas.openxmlformats.org/drawingml/2006/main">
              <a:ext uri="{FF2B5EF4-FFF2-40B4-BE49-F238E27FC236}">
                <a16:creationId xmlns:a16="http://schemas.microsoft.com/office/drawing/2014/main" id="{36B60FE1-7186-4EC3-A0E9-690DE17C54D6}"/>
              </a:ext>
            </a:extLst>
          </p:cNvPr>
          <p:cNvSpPr>
            <a:spLocks xmlns:a="http://schemas.openxmlformats.org/drawingml/2006/main" noGrp="1"/>
          </p:cNvSpPr>
          <p:nvPr/>
        </p:nvSpPr>
        <p:spPr>
          <a:xfrm xmlns:a="http://schemas.openxmlformats.org/drawingml/2006/main">
            <a:off x="5905500" y="52101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38" name="text-hylg0w">
            <a:extLst xmlns:a="http://schemas.openxmlformats.org/drawingml/2006/main">
              <a:ext uri="{FF2B5EF4-FFF2-40B4-BE49-F238E27FC236}">
                <a16:creationId xmlns:a16="http://schemas.microsoft.com/office/drawing/2014/main" id="{1BA28E28-C010-4A0E-A9BA-CBDC9AB5F739}"/>
              </a:ext>
            </a:extLst>
          </p:cNvPr>
          <p:cNvSpPr>
            <a:spLocks xmlns:a="http://schemas.openxmlformats.org/drawingml/2006/main" noGrp="1"/>
          </p:cNvSpPr>
          <p:nvPr/>
        </p:nvSpPr>
        <p:spPr>
          <a:xfrm xmlns:a="http://schemas.openxmlformats.org/drawingml/2006/main">
            <a:off x="6115050" y="510540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秘密情報はフォーム画面や通常シートへ転記しない</a:t>
            </a:r>
          </a:p>
        </p:txBody>
      </p:sp>
      <p:sp>
        <p:nvSpPr>
          <p:cNvPr id="39" name="text-j7dbfl">
            <a:extLst xmlns:a="http://schemas.openxmlformats.org/drawingml/2006/main">
              <a:ext uri="{FF2B5EF4-FFF2-40B4-BE49-F238E27FC236}">
                <a16:creationId xmlns:a16="http://schemas.microsoft.com/office/drawing/2014/main" id="{760ADA81-5DAC-4AEC-812A-E02794F96F07}"/>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02</a:t>
            </a:r>
          </a:p>
        </p:txBody>
      </p:sp>
    </p:spTree>
    <p:extLst>
      <p:ext uri="{BB962C8B-B14F-4D97-AF65-F5344CB8AC3E}">
        <p14:creationId xmlns:p14="http://schemas.microsoft.com/office/powerpoint/2010/main" val="2399141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text-uyebo3">
            <a:extLst xmlns:a="http://schemas.openxmlformats.org/drawingml/2006/main">
              <a:ext uri="{FF2B5EF4-FFF2-40B4-BE49-F238E27FC236}">
                <a16:creationId xmlns:a16="http://schemas.microsoft.com/office/drawing/2014/main" id="{1A179B20-0854-4396-A8F6-BE7CCAFCA10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02 / ROLES</a:t>
            </a:r>
          </a:p>
        </p:txBody>
      </p:sp>
      <p:sp>
        <p:nvSpPr>
          <p:cNvPr id="2" name="text-1sxixj">
            <a:extLst xmlns:a="http://schemas.openxmlformats.org/drawingml/2006/main">
              <a:ext uri="{FF2B5EF4-FFF2-40B4-BE49-F238E27FC236}">
                <a16:creationId xmlns:a16="http://schemas.microsoft.com/office/drawing/2014/main" id="{28852065-2126-4A39-876B-4772C84B9258}"/>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誰が何を確認するかを分ける</a:t>
            </a:r>
          </a:p>
        </p:txBody>
      </p:sp>
      <p:sp>
        <p:nvSpPr>
          <p:cNvPr id="3" name="text-5lat1e">
            <a:extLst xmlns:a="http://schemas.openxmlformats.org/drawingml/2006/main">
              <a:ext uri="{FF2B5EF4-FFF2-40B4-BE49-F238E27FC236}">
                <a16:creationId xmlns:a16="http://schemas.microsoft.com/office/drawing/2014/main" id="{FDC6D56F-2B50-4866-959B-EF595BBD9569}"/>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操作権限と設定変更を分けると、誤更新を防げます。</a:t>
            </a:r>
          </a:p>
        </p:txBody>
      </p:sp>
      <p:sp>
        <p:nvSpPr>
          <p:cNvPr id="4" name="">
            <a:extLst xmlns:a="http://schemas.openxmlformats.org/drawingml/2006/main">
              <a:ext uri="{FF2B5EF4-FFF2-40B4-BE49-F238E27FC236}">
                <a16:creationId xmlns:a16="http://schemas.microsoft.com/office/drawing/2014/main" id="{F8CDAA1A-2D97-4A04-BAA9-6406A18C7272}"/>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89937B6E-139F-4C1F-A40F-D07A0ED721D4}"/>
              </a:ext>
            </a:extLst>
          </p:cNvPr>
          <p:cNvSpPr>
            <a:spLocks xmlns:a="http://schemas.openxmlformats.org/drawingml/2006/main" noGrp="1"/>
          </p:cNvSpPr>
          <p:nvPr/>
        </p:nvSpPr>
        <p:spPr>
          <a:xfrm xmlns:a="http://schemas.openxmlformats.org/drawingml/2006/main">
            <a:off x="628650" y="1847850"/>
            <a:ext cx="33718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B0FE3B4D-E3F3-45D9-A78E-BCC36FFA4B3C}"/>
              </a:ext>
            </a:extLst>
          </p:cNvPr>
          <p:cNvSpPr>
            <a:spLocks xmlns:a="http://schemas.openxmlformats.org/drawingml/2006/main" noGrp="1"/>
          </p:cNvSpPr>
          <p:nvPr/>
        </p:nvSpPr>
        <p:spPr>
          <a:xfrm xmlns:a="http://schemas.openxmlformats.org/drawingml/2006/main">
            <a:off x="838200" y="2038350"/>
            <a:ext cx="152400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7" name="text-2hjnc5">
            <a:extLst xmlns:a="http://schemas.openxmlformats.org/drawingml/2006/main">
              <a:ext uri="{FF2B5EF4-FFF2-40B4-BE49-F238E27FC236}">
                <a16:creationId xmlns:a16="http://schemas.microsoft.com/office/drawing/2014/main" id="{9AEB9761-0A51-4D49-B7B7-1C7BFE2424D0}"/>
              </a:ext>
            </a:extLst>
          </p:cNvPr>
          <p:cNvSpPr>
            <a:spLocks xmlns:a="http://schemas.openxmlformats.org/drawingml/2006/main" noGrp="1"/>
          </p:cNvSpPr>
          <p:nvPr/>
        </p:nvSpPr>
        <p:spPr>
          <a:xfrm xmlns:a="http://schemas.openxmlformats.org/drawingml/2006/main">
            <a:off x="8382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依頼入力者</a:t>
            </a:r>
          </a:p>
        </p:txBody>
      </p:sp>
      <p:sp>
        <p:nvSpPr>
          <p:cNvPr id="8" name="">
            <a:extLst xmlns:a="http://schemas.openxmlformats.org/drawingml/2006/main">
              <a:ext uri="{FF2B5EF4-FFF2-40B4-BE49-F238E27FC236}">
                <a16:creationId xmlns:a16="http://schemas.microsoft.com/office/drawing/2014/main" id="{B0E2261B-180B-4C7E-B7ED-0729AF2DDADD}"/>
              </a:ext>
            </a:extLst>
          </p:cNvPr>
          <p:cNvSpPr>
            <a:spLocks xmlns:a="http://schemas.openxmlformats.org/drawingml/2006/main" noGrp="1"/>
          </p:cNvSpPr>
          <p:nvPr/>
        </p:nvSpPr>
        <p:spPr>
          <a:xfrm xmlns:a="http://schemas.openxmlformats.org/drawingml/2006/main">
            <a:off x="857250" y="27527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9" name="text-nfogqr">
            <a:extLst xmlns:a="http://schemas.openxmlformats.org/drawingml/2006/main">
              <a:ext uri="{FF2B5EF4-FFF2-40B4-BE49-F238E27FC236}">
                <a16:creationId xmlns:a16="http://schemas.microsoft.com/office/drawing/2014/main" id="{679BBFE5-0306-41EC-9F15-0A76FEDC2E3B}"/>
              </a:ext>
            </a:extLst>
          </p:cNvPr>
          <p:cNvSpPr>
            <a:spLocks xmlns:a="http://schemas.openxmlformats.org/drawingml/2006/main" noGrp="1"/>
          </p:cNvSpPr>
          <p:nvPr/>
        </p:nvSpPr>
        <p:spPr>
          <a:xfrm xmlns:a="http://schemas.openxmlformats.org/drawingml/2006/main">
            <a:off x="1066800" y="26479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修正／新規を選ぶ</a:t>
            </a:r>
          </a:p>
        </p:txBody>
      </p:sp>
      <p:sp>
        <p:nvSpPr>
          <p:cNvPr id="10" name="">
            <a:extLst xmlns:a="http://schemas.openxmlformats.org/drawingml/2006/main">
              <a:ext uri="{FF2B5EF4-FFF2-40B4-BE49-F238E27FC236}">
                <a16:creationId xmlns:a16="http://schemas.microsoft.com/office/drawing/2014/main" id="{42DD9253-C22D-40F1-A610-E1A6AC56AF97}"/>
              </a:ext>
            </a:extLst>
          </p:cNvPr>
          <p:cNvSpPr>
            <a:spLocks xmlns:a="http://schemas.openxmlformats.org/drawingml/2006/main" noGrp="1"/>
          </p:cNvSpPr>
          <p:nvPr/>
        </p:nvSpPr>
        <p:spPr>
          <a:xfrm xmlns:a="http://schemas.openxmlformats.org/drawingml/2006/main">
            <a:off x="857250" y="33623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1" name="text-gml0in">
            <a:extLst xmlns:a="http://schemas.openxmlformats.org/drawingml/2006/main">
              <a:ext uri="{FF2B5EF4-FFF2-40B4-BE49-F238E27FC236}">
                <a16:creationId xmlns:a16="http://schemas.microsoft.com/office/drawing/2014/main" id="{63ED7FD6-FBE2-41D0-B27B-78CF9CFACE98}"/>
              </a:ext>
            </a:extLst>
          </p:cNvPr>
          <p:cNvSpPr>
            <a:spLocks xmlns:a="http://schemas.openxmlformats.org/drawingml/2006/main" noGrp="1"/>
          </p:cNvSpPr>
          <p:nvPr/>
        </p:nvSpPr>
        <p:spPr>
          <a:xfrm xmlns:a="http://schemas.openxmlformats.org/drawingml/2006/main">
            <a:off x="1066800" y="32575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商品・変更内容を入力</a:t>
            </a:r>
          </a:p>
        </p:txBody>
      </p:sp>
      <p:sp>
        <p:nvSpPr>
          <p:cNvPr id="12" name="">
            <a:extLst xmlns:a="http://schemas.openxmlformats.org/drawingml/2006/main">
              <a:ext uri="{FF2B5EF4-FFF2-40B4-BE49-F238E27FC236}">
                <a16:creationId xmlns:a16="http://schemas.microsoft.com/office/drawing/2014/main" id="{C7313972-9203-4B90-AA10-BAE3A50688B0}"/>
              </a:ext>
            </a:extLst>
          </p:cNvPr>
          <p:cNvSpPr>
            <a:spLocks xmlns:a="http://schemas.openxmlformats.org/drawingml/2006/main" noGrp="1"/>
          </p:cNvSpPr>
          <p:nvPr/>
        </p:nvSpPr>
        <p:spPr>
          <a:xfrm xmlns:a="http://schemas.openxmlformats.org/drawingml/2006/main">
            <a:off x="857250" y="39719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3" name="text-91c1v4">
            <a:extLst xmlns:a="http://schemas.openxmlformats.org/drawingml/2006/main">
              <a:ext uri="{FF2B5EF4-FFF2-40B4-BE49-F238E27FC236}">
                <a16:creationId xmlns:a16="http://schemas.microsoft.com/office/drawing/2014/main" id="{B1066A3E-7839-431E-9031-A9BE39539A3E}"/>
              </a:ext>
            </a:extLst>
          </p:cNvPr>
          <p:cNvSpPr>
            <a:spLocks xmlns:a="http://schemas.openxmlformats.org/drawingml/2006/main" noGrp="1"/>
          </p:cNvSpPr>
          <p:nvPr/>
        </p:nvSpPr>
        <p:spPr>
          <a:xfrm xmlns:a="http://schemas.openxmlformats.org/drawingml/2006/main">
            <a:off x="1066800" y="38671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担当・通知先を確認</a:t>
            </a:r>
          </a:p>
        </p:txBody>
      </p:sp>
      <p:sp>
        <p:nvSpPr>
          <p:cNvPr id="14" name="">
            <a:extLst xmlns:a="http://schemas.openxmlformats.org/drawingml/2006/main">
              <a:ext uri="{FF2B5EF4-FFF2-40B4-BE49-F238E27FC236}">
                <a16:creationId xmlns:a16="http://schemas.microsoft.com/office/drawing/2014/main" id="{119CC56F-A32E-4324-A698-D2DA73FE4518}"/>
              </a:ext>
            </a:extLst>
          </p:cNvPr>
          <p:cNvSpPr>
            <a:spLocks xmlns:a="http://schemas.openxmlformats.org/drawingml/2006/main" noGrp="1"/>
          </p:cNvSpPr>
          <p:nvPr/>
        </p:nvSpPr>
        <p:spPr>
          <a:xfrm xmlns:a="http://schemas.openxmlformats.org/drawingml/2006/main">
            <a:off x="857250" y="45815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5" name="text-s64ad5">
            <a:extLst xmlns:a="http://schemas.openxmlformats.org/drawingml/2006/main">
              <a:ext uri="{FF2B5EF4-FFF2-40B4-BE49-F238E27FC236}">
                <a16:creationId xmlns:a16="http://schemas.microsoft.com/office/drawing/2014/main" id="{713ECAE9-B6A7-40A5-B8F0-C171FB4F0544}"/>
              </a:ext>
            </a:extLst>
          </p:cNvPr>
          <p:cNvSpPr>
            <a:spLocks xmlns:a="http://schemas.openxmlformats.org/drawingml/2006/main" noGrp="1"/>
          </p:cNvSpPr>
          <p:nvPr/>
        </p:nvSpPr>
        <p:spPr>
          <a:xfrm xmlns:a="http://schemas.openxmlformats.org/drawingml/2006/main">
            <a:off x="1066800" y="44767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登録後にBacklogを確認</a:t>
            </a:r>
          </a:p>
        </p:txBody>
      </p:sp>
      <p:sp>
        <p:nvSpPr>
          <p:cNvPr id="16" name="">
            <a:extLst xmlns:a="http://schemas.openxmlformats.org/drawingml/2006/main">
              <a:ext uri="{FF2B5EF4-FFF2-40B4-BE49-F238E27FC236}">
                <a16:creationId xmlns:a16="http://schemas.microsoft.com/office/drawing/2014/main" id="{5324F012-3874-4443-8F30-1E56D9BDADF5}"/>
              </a:ext>
            </a:extLst>
          </p:cNvPr>
          <p:cNvSpPr>
            <a:spLocks xmlns:a="http://schemas.openxmlformats.org/drawingml/2006/main" noGrp="1"/>
          </p:cNvSpPr>
          <p:nvPr/>
        </p:nvSpPr>
        <p:spPr>
          <a:xfrm xmlns:a="http://schemas.openxmlformats.org/drawingml/2006/main">
            <a:off x="4438650" y="1847850"/>
            <a:ext cx="33718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21875A"/>
            </a:solidFill>
            <a:prstDash val="solid"/>
          </a:ln>
        </p:spPr>
      </p:sp>
      <p:sp>
        <p:nvSpPr>
          <p:cNvPr id="17" name="">
            <a:extLst xmlns:a="http://schemas.openxmlformats.org/drawingml/2006/main">
              <a:ext uri="{FF2B5EF4-FFF2-40B4-BE49-F238E27FC236}">
                <a16:creationId xmlns:a16="http://schemas.microsoft.com/office/drawing/2014/main" id="{303317C3-F3F9-4C26-8F2A-B935A268AC4C}"/>
              </a:ext>
            </a:extLst>
          </p:cNvPr>
          <p:cNvSpPr>
            <a:spLocks xmlns:a="http://schemas.openxmlformats.org/drawingml/2006/main" noGrp="1"/>
          </p:cNvSpPr>
          <p:nvPr/>
        </p:nvSpPr>
        <p:spPr>
          <a:xfrm xmlns:a="http://schemas.openxmlformats.org/drawingml/2006/main">
            <a:off x="4648200" y="2038350"/>
            <a:ext cx="1524000" cy="285750"/>
          </a:xfrm>
          <a:prstGeom xmlns:a="http://schemas.openxmlformats.org/drawingml/2006/main" prst="roundRect">
            <a:avLst>
              <a:gd name="adj" fmla="val 40000"/>
            </a:avLst>
          </a:prstGeom>
          <a:solidFill xmlns:a="http://schemas.openxmlformats.org/drawingml/2006/main">
            <a:srgbClr val="21875A"/>
          </a:solidFill>
          <a:ln xmlns:a="http://schemas.openxmlformats.org/drawingml/2006/main" w="9525">
            <a:solidFill>
              <a:srgbClr val="21875A"/>
            </a:solidFill>
            <a:prstDash val="solid"/>
          </a:ln>
        </p:spPr>
      </p:sp>
      <p:sp>
        <p:nvSpPr>
          <p:cNvPr id="18" name="text-0obp9l">
            <a:extLst xmlns:a="http://schemas.openxmlformats.org/drawingml/2006/main">
              <a:ext uri="{FF2B5EF4-FFF2-40B4-BE49-F238E27FC236}">
                <a16:creationId xmlns:a16="http://schemas.microsoft.com/office/drawing/2014/main" id="{EE2CB0D6-9CBF-4DEF-91FB-D50E7B4AB966}"/>
              </a:ext>
            </a:extLst>
          </p:cNvPr>
          <p:cNvSpPr>
            <a:spLocks xmlns:a="http://schemas.openxmlformats.org/drawingml/2006/main" noGrp="1"/>
          </p:cNvSpPr>
          <p:nvPr/>
        </p:nvSpPr>
        <p:spPr>
          <a:xfrm xmlns:a="http://schemas.openxmlformats.org/drawingml/2006/main">
            <a:off x="46482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社内運用担当者</a:t>
            </a:r>
          </a:p>
        </p:txBody>
      </p:sp>
      <p:sp>
        <p:nvSpPr>
          <p:cNvPr id="19" name="">
            <a:extLst xmlns:a="http://schemas.openxmlformats.org/drawingml/2006/main">
              <a:ext uri="{FF2B5EF4-FFF2-40B4-BE49-F238E27FC236}">
                <a16:creationId xmlns:a16="http://schemas.microsoft.com/office/drawing/2014/main" id="{B99B92DA-95ED-443A-95A9-6ED49954EF04}"/>
              </a:ext>
            </a:extLst>
          </p:cNvPr>
          <p:cNvSpPr>
            <a:spLocks xmlns:a="http://schemas.openxmlformats.org/drawingml/2006/main" noGrp="1"/>
          </p:cNvSpPr>
          <p:nvPr/>
        </p:nvSpPr>
        <p:spPr>
          <a:xfrm xmlns:a="http://schemas.openxmlformats.org/drawingml/2006/main">
            <a:off x="4667250" y="27527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0" name="text-6och3k">
            <a:extLst xmlns:a="http://schemas.openxmlformats.org/drawingml/2006/main">
              <a:ext uri="{FF2B5EF4-FFF2-40B4-BE49-F238E27FC236}">
                <a16:creationId xmlns:a16="http://schemas.microsoft.com/office/drawing/2014/main" id="{F865B481-FB80-40AE-8C7F-CB9239E54AE8}"/>
              </a:ext>
            </a:extLst>
          </p:cNvPr>
          <p:cNvSpPr>
            <a:spLocks xmlns:a="http://schemas.openxmlformats.org/drawingml/2006/main" noGrp="1"/>
          </p:cNvSpPr>
          <p:nvPr/>
        </p:nvSpPr>
        <p:spPr>
          <a:xfrm xmlns:a="http://schemas.openxmlformats.org/drawingml/2006/main">
            <a:off x="4876800" y="26479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起票内容を確認</a:t>
            </a:r>
          </a:p>
        </p:txBody>
      </p:sp>
      <p:sp>
        <p:nvSpPr>
          <p:cNvPr id="21" name="">
            <a:extLst xmlns:a="http://schemas.openxmlformats.org/drawingml/2006/main">
              <a:ext uri="{FF2B5EF4-FFF2-40B4-BE49-F238E27FC236}">
                <a16:creationId xmlns:a16="http://schemas.microsoft.com/office/drawing/2014/main" id="{6CE2A5AD-FA66-47D6-A1BA-C99D0F8A813E}"/>
              </a:ext>
            </a:extLst>
          </p:cNvPr>
          <p:cNvSpPr>
            <a:spLocks xmlns:a="http://schemas.openxmlformats.org/drawingml/2006/main" noGrp="1"/>
          </p:cNvSpPr>
          <p:nvPr/>
        </p:nvSpPr>
        <p:spPr>
          <a:xfrm xmlns:a="http://schemas.openxmlformats.org/drawingml/2006/main">
            <a:off x="4667250" y="33623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2" name="text-6wvj0c">
            <a:extLst xmlns:a="http://schemas.openxmlformats.org/drawingml/2006/main">
              <a:ext uri="{FF2B5EF4-FFF2-40B4-BE49-F238E27FC236}">
                <a16:creationId xmlns:a16="http://schemas.microsoft.com/office/drawing/2014/main" id="{D144ADA5-5F13-4FA3-8765-72208F594CBA}"/>
              </a:ext>
            </a:extLst>
          </p:cNvPr>
          <p:cNvSpPr>
            <a:spLocks xmlns:a="http://schemas.openxmlformats.org/drawingml/2006/main" noGrp="1"/>
          </p:cNvSpPr>
          <p:nvPr/>
        </p:nvSpPr>
        <p:spPr>
          <a:xfrm xmlns:a="http://schemas.openxmlformats.org/drawingml/2006/main">
            <a:off x="4876800" y="32575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履歴から再編集</a:t>
            </a:r>
          </a:p>
        </p:txBody>
      </p:sp>
      <p:sp>
        <p:nvSpPr>
          <p:cNvPr id="23" name="">
            <a:extLst xmlns:a="http://schemas.openxmlformats.org/drawingml/2006/main">
              <a:ext uri="{FF2B5EF4-FFF2-40B4-BE49-F238E27FC236}">
                <a16:creationId xmlns:a16="http://schemas.microsoft.com/office/drawing/2014/main" id="{B27ECB6B-028F-4D5C-9573-AB476C9D196C}"/>
              </a:ext>
            </a:extLst>
          </p:cNvPr>
          <p:cNvSpPr>
            <a:spLocks xmlns:a="http://schemas.openxmlformats.org/drawingml/2006/main" noGrp="1"/>
          </p:cNvSpPr>
          <p:nvPr/>
        </p:nvSpPr>
        <p:spPr>
          <a:xfrm xmlns:a="http://schemas.openxmlformats.org/drawingml/2006/main">
            <a:off x="4667250" y="39719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4" name="text-iqjuby">
            <a:extLst xmlns:a="http://schemas.openxmlformats.org/drawingml/2006/main">
              <a:ext uri="{FF2B5EF4-FFF2-40B4-BE49-F238E27FC236}">
                <a16:creationId xmlns:a16="http://schemas.microsoft.com/office/drawing/2014/main" id="{1591FB84-C62B-4E5C-A030-ACE62282E892}"/>
              </a:ext>
            </a:extLst>
          </p:cNvPr>
          <p:cNvSpPr>
            <a:spLocks xmlns:a="http://schemas.openxmlformats.org/drawingml/2006/main" noGrp="1"/>
          </p:cNvSpPr>
          <p:nvPr/>
        </p:nvSpPr>
        <p:spPr>
          <a:xfrm xmlns:a="http://schemas.openxmlformats.org/drawingml/2006/main">
            <a:off x="4876800" y="38671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Backlog状態を同期</a:t>
            </a:r>
          </a:p>
        </p:txBody>
      </p:sp>
      <p:sp>
        <p:nvSpPr>
          <p:cNvPr id="25" name="">
            <a:extLst xmlns:a="http://schemas.openxmlformats.org/drawingml/2006/main">
              <a:ext uri="{FF2B5EF4-FFF2-40B4-BE49-F238E27FC236}">
                <a16:creationId xmlns:a16="http://schemas.microsoft.com/office/drawing/2014/main" id="{705BAEC3-8A69-41E5-AF7E-26AB2E204586}"/>
              </a:ext>
            </a:extLst>
          </p:cNvPr>
          <p:cNvSpPr>
            <a:spLocks xmlns:a="http://schemas.openxmlformats.org/drawingml/2006/main" noGrp="1"/>
          </p:cNvSpPr>
          <p:nvPr/>
        </p:nvSpPr>
        <p:spPr>
          <a:xfrm xmlns:a="http://schemas.openxmlformats.org/drawingml/2006/main">
            <a:off x="4667250" y="45815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6" name="text-c43sn7">
            <a:extLst xmlns:a="http://schemas.openxmlformats.org/drawingml/2006/main">
              <a:ext uri="{FF2B5EF4-FFF2-40B4-BE49-F238E27FC236}">
                <a16:creationId xmlns:a16="http://schemas.microsoft.com/office/drawing/2014/main" id="{0D986114-CBC4-4582-975C-B8AE9023F369}"/>
              </a:ext>
            </a:extLst>
          </p:cNvPr>
          <p:cNvSpPr>
            <a:spLocks xmlns:a="http://schemas.openxmlformats.org/drawingml/2006/main" noGrp="1"/>
          </p:cNvSpPr>
          <p:nvPr/>
        </p:nvSpPr>
        <p:spPr>
          <a:xfrm xmlns:a="http://schemas.openxmlformats.org/drawingml/2006/main">
            <a:off x="4876800" y="44767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エラー時の一次切り分け</a:t>
            </a:r>
          </a:p>
        </p:txBody>
      </p:sp>
      <p:sp>
        <p:nvSpPr>
          <p:cNvPr id="27" name="">
            <a:extLst xmlns:a="http://schemas.openxmlformats.org/drawingml/2006/main">
              <a:ext uri="{FF2B5EF4-FFF2-40B4-BE49-F238E27FC236}">
                <a16:creationId xmlns:a16="http://schemas.microsoft.com/office/drawing/2014/main" id="{C39EA913-E98D-4940-BF73-7C2E06E54559}"/>
              </a:ext>
            </a:extLst>
          </p:cNvPr>
          <p:cNvSpPr>
            <a:spLocks xmlns:a="http://schemas.openxmlformats.org/drawingml/2006/main" noGrp="1"/>
          </p:cNvSpPr>
          <p:nvPr/>
        </p:nvSpPr>
        <p:spPr>
          <a:xfrm xmlns:a="http://schemas.openxmlformats.org/drawingml/2006/main">
            <a:off x="8248650" y="1847850"/>
            <a:ext cx="33718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A7690B"/>
            </a:solidFill>
            <a:prstDash val="solid"/>
          </a:ln>
        </p:spPr>
      </p:sp>
      <p:sp>
        <p:nvSpPr>
          <p:cNvPr id="28" name="">
            <a:extLst xmlns:a="http://schemas.openxmlformats.org/drawingml/2006/main">
              <a:ext uri="{FF2B5EF4-FFF2-40B4-BE49-F238E27FC236}">
                <a16:creationId xmlns:a16="http://schemas.microsoft.com/office/drawing/2014/main" id="{485A06D2-C29D-45DC-AB38-F8FAD1909F9E}"/>
              </a:ext>
            </a:extLst>
          </p:cNvPr>
          <p:cNvSpPr>
            <a:spLocks xmlns:a="http://schemas.openxmlformats.org/drawingml/2006/main" noGrp="1"/>
          </p:cNvSpPr>
          <p:nvPr/>
        </p:nvSpPr>
        <p:spPr>
          <a:xfrm xmlns:a="http://schemas.openxmlformats.org/drawingml/2006/main">
            <a:off x="8458200" y="2038350"/>
            <a:ext cx="1524000" cy="285750"/>
          </a:xfrm>
          <a:prstGeom xmlns:a="http://schemas.openxmlformats.org/drawingml/2006/main" prst="roundRect">
            <a:avLst>
              <a:gd name="adj" fmla="val 40000"/>
            </a:avLst>
          </a:prstGeom>
          <a:solidFill xmlns:a="http://schemas.openxmlformats.org/drawingml/2006/main">
            <a:srgbClr val="A7690B"/>
          </a:solidFill>
          <a:ln xmlns:a="http://schemas.openxmlformats.org/drawingml/2006/main" w="9525">
            <a:solidFill>
              <a:srgbClr val="A7690B"/>
            </a:solidFill>
            <a:prstDash val="solid"/>
          </a:ln>
        </p:spPr>
      </p:sp>
      <p:sp>
        <p:nvSpPr>
          <p:cNvPr id="29" name="text-cifnbl">
            <a:extLst xmlns:a="http://schemas.openxmlformats.org/drawingml/2006/main">
              <a:ext uri="{FF2B5EF4-FFF2-40B4-BE49-F238E27FC236}">
                <a16:creationId xmlns:a16="http://schemas.microsoft.com/office/drawing/2014/main" id="{89EEFBEC-2AE6-41EE-8E88-761CF0575DA5}"/>
              </a:ext>
            </a:extLst>
          </p:cNvPr>
          <p:cNvSpPr>
            <a:spLocks xmlns:a="http://schemas.openxmlformats.org/drawingml/2006/main" noGrp="1"/>
          </p:cNvSpPr>
          <p:nvPr/>
        </p:nvSpPr>
        <p:spPr>
          <a:xfrm xmlns:a="http://schemas.openxmlformats.org/drawingml/2006/main">
            <a:off x="84582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システム管理者</a:t>
            </a:r>
          </a:p>
        </p:txBody>
      </p:sp>
      <p:sp>
        <p:nvSpPr>
          <p:cNvPr id="30" name="">
            <a:extLst xmlns:a="http://schemas.openxmlformats.org/drawingml/2006/main">
              <a:ext uri="{FF2B5EF4-FFF2-40B4-BE49-F238E27FC236}">
                <a16:creationId xmlns:a16="http://schemas.microsoft.com/office/drawing/2014/main" id="{D1CB6E48-D8B4-4588-BF92-78AA72C19DC0}"/>
              </a:ext>
            </a:extLst>
          </p:cNvPr>
          <p:cNvSpPr>
            <a:spLocks xmlns:a="http://schemas.openxmlformats.org/drawingml/2006/main" noGrp="1"/>
          </p:cNvSpPr>
          <p:nvPr/>
        </p:nvSpPr>
        <p:spPr>
          <a:xfrm xmlns:a="http://schemas.openxmlformats.org/drawingml/2006/main">
            <a:off x="8477250" y="275272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31" name="text-ekr34l">
            <a:extLst xmlns:a="http://schemas.openxmlformats.org/drawingml/2006/main">
              <a:ext uri="{FF2B5EF4-FFF2-40B4-BE49-F238E27FC236}">
                <a16:creationId xmlns:a16="http://schemas.microsoft.com/office/drawing/2014/main" id="{EBEAE4BB-0E01-4D91-89E7-8D00578D4721}"/>
              </a:ext>
            </a:extLst>
          </p:cNvPr>
          <p:cNvSpPr>
            <a:spLocks xmlns:a="http://schemas.openxmlformats.org/drawingml/2006/main" noGrp="1"/>
          </p:cNvSpPr>
          <p:nvPr/>
        </p:nvSpPr>
        <p:spPr>
          <a:xfrm xmlns:a="http://schemas.openxmlformats.org/drawingml/2006/main">
            <a:off x="8686800" y="26479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設定マスタを保守</a:t>
            </a:r>
          </a:p>
        </p:txBody>
      </p:sp>
      <p:sp>
        <p:nvSpPr>
          <p:cNvPr id="32" name="">
            <a:extLst xmlns:a="http://schemas.openxmlformats.org/drawingml/2006/main">
              <a:ext uri="{FF2B5EF4-FFF2-40B4-BE49-F238E27FC236}">
                <a16:creationId xmlns:a16="http://schemas.microsoft.com/office/drawing/2014/main" id="{DF5F83D6-2918-496D-9B55-74D4D7D4484D}"/>
              </a:ext>
            </a:extLst>
          </p:cNvPr>
          <p:cNvSpPr>
            <a:spLocks xmlns:a="http://schemas.openxmlformats.org/drawingml/2006/main" noGrp="1"/>
          </p:cNvSpPr>
          <p:nvPr/>
        </p:nvSpPr>
        <p:spPr>
          <a:xfrm xmlns:a="http://schemas.openxmlformats.org/drawingml/2006/main">
            <a:off x="8477250" y="336232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33" name="text-xyvhgz">
            <a:extLst xmlns:a="http://schemas.openxmlformats.org/drawingml/2006/main">
              <a:ext uri="{FF2B5EF4-FFF2-40B4-BE49-F238E27FC236}">
                <a16:creationId xmlns:a16="http://schemas.microsoft.com/office/drawing/2014/main" id="{DC771802-7C28-4A8D-90E6-39C7548B0EB7}"/>
              </a:ext>
            </a:extLst>
          </p:cNvPr>
          <p:cNvSpPr>
            <a:spLocks xmlns:a="http://schemas.openxmlformats.org/drawingml/2006/main" noGrp="1"/>
          </p:cNvSpPr>
          <p:nvPr/>
        </p:nvSpPr>
        <p:spPr>
          <a:xfrm xmlns:a="http://schemas.openxmlformats.org/drawingml/2006/main">
            <a:off x="8686800" y="32575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自治体・権限を追加</a:t>
            </a:r>
          </a:p>
        </p:txBody>
      </p:sp>
      <p:sp>
        <p:nvSpPr>
          <p:cNvPr id="34" name="">
            <a:extLst xmlns:a="http://schemas.openxmlformats.org/drawingml/2006/main">
              <a:ext uri="{FF2B5EF4-FFF2-40B4-BE49-F238E27FC236}">
                <a16:creationId xmlns:a16="http://schemas.microsoft.com/office/drawing/2014/main" id="{103821C4-32D6-4A9A-BBA5-ED7E78925141}"/>
              </a:ext>
            </a:extLst>
          </p:cNvPr>
          <p:cNvSpPr>
            <a:spLocks xmlns:a="http://schemas.openxmlformats.org/drawingml/2006/main" noGrp="1"/>
          </p:cNvSpPr>
          <p:nvPr/>
        </p:nvSpPr>
        <p:spPr>
          <a:xfrm xmlns:a="http://schemas.openxmlformats.org/drawingml/2006/main">
            <a:off x="8477250" y="397192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35" name="text-69dozo">
            <a:extLst xmlns:a="http://schemas.openxmlformats.org/drawingml/2006/main">
              <a:ext uri="{FF2B5EF4-FFF2-40B4-BE49-F238E27FC236}">
                <a16:creationId xmlns:a16="http://schemas.microsoft.com/office/drawing/2014/main" id="{1754F7B4-CAFC-4F9B-BF62-9B4935D32E4C}"/>
              </a:ext>
            </a:extLst>
          </p:cNvPr>
          <p:cNvSpPr>
            <a:spLocks xmlns:a="http://schemas.openxmlformats.org/drawingml/2006/main" noGrp="1"/>
          </p:cNvSpPr>
          <p:nvPr/>
        </p:nvSpPr>
        <p:spPr>
          <a:xfrm xmlns:a="http://schemas.openxmlformats.org/drawingml/2006/main">
            <a:off x="8686800" y="38671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固定PCの更新履歴を監視</a:t>
            </a:r>
          </a:p>
        </p:txBody>
      </p:sp>
      <p:sp>
        <p:nvSpPr>
          <p:cNvPr id="36" name="">
            <a:extLst xmlns:a="http://schemas.openxmlformats.org/drawingml/2006/main">
              <a:ext uri="{FF2B5EF4-FFF2-40B4-BE49-F238E27FC236}">
                <a16:creationId xmlns:a16="http://schemas.microsoft.com/office/drawing/2014/main" id="{7D3086A3-46A2-452A-BFB2-D1E83D8CB060}"/>
              </a:ext>
            </a:extLst>
          </p:cNvPr>
          <p:cNvSpPr>
            <a:spLocks xmlns:a="http://schemas.openxmlformats.org/drawingml/2006/main" noGrp="1"/>
          </p:cNvSpPr>
          <p:nvPr/>
        </p:nvSpPr>
        <p:spPr>
          <a:xfrm xmlns:a="http://schemas.openxmlformats.org/drawingml/2006/main">
            <a:off x="8477250" y="458152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37" name="text-ew94sq">
            <a:extLst xmlns:a="http://schemas.openxmlformats.org/drawingml/2006/main">
              <a:ext uri="{FF2B5EF4-FFF2-40B4-BE49-F238E27FC236}">
                <a16:creationId xmlns:a16="http://schemas.microsoft.com/office/drawing/2014/main" id="{0CCF9C22-0662-496C-89F3-FCA4EDD9277F}"/>
              </a:ext>
            </a:extLst>
          </p:cNvPr>
          <p:cNvSpPr>
            <a:spLocks xmlns:a="http://schemas.openxmlformats.org/drawingml/2006/main" noGrp="1"/>
          </p:cNvSpPr>
          <p:nvPr/>
        </p:nvSpPr>
        <p:spPr>
          <a:xfrm xmlns:a="http://schemas.openxmlformats.org/drawingml/2006/main">
            <a:off x="8686800" y="4476750"/>
            <a:ext cx="2647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秘密情報を管理</a:t>
            </a:r>
          </a:p>
        </p:txBody>
      </p:sp>
      <p:sp>
        <p:nvSpPr>
          <p:cNvPr id="38" name="">
            <a:extLst xmlns:a="http://schemas.openxmlformats.org/drawingml/2006/main">
              <a:ext uri="{FF2B5EF4-FFF2-40B4-BE49-F238E27FC236}">
                <a16:creationId xmlns:a16="http://schemas.microsoft.com/office/drawing/2014/main" id="{3A6B2AED-5E71-4EA3-9118-E13BA48FA20D}"/>
              </a:ext>
            </a:extLst>
          </p:cNvPr>
          <p:cNvSpPr>
            <a:spLocks xmlns:a="http://schemas.openxmlformats.org/drawingml/2006/main" noGrp="1"/>
          </p:cNvSpPr>
          <p:nvPr/>
        </p:nvSpPr>
        <p:spPr>
          <a:xfrm xmlns:a="http://schemas.openxmlformats.org/drawingml/2006/main">
            <a:off x="628650" y="5810250"/>
            <a:ext cx="10991850" cy="47625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39" name="text-uf63yo">
            <a:extLst xmlns:a="http://schemas.openxmlformats.org/drawingml/2006/main">
              <a:ext uri="{FF2B5EF4-FFF2-40B4-BE49-F238E27FC236}">
                <a16:creationId xmlns:a16="http://schemas.microsoft.com/office/drawing/2014/main" id="{C31CCDA7-FFEB-416B-832F-A5481F2DE1FB}"/>
              </a:ext>
            </a:extLst>
          </p:cNvPr>
          <p:cNvSpPr>
            <a:spLocks xmlns:a="http://schemas.openxmlformats.org/drawingml/2006/main" noGrp="1"/>
          </p:cNvSpPr>
          <p:nvPr/>
        </p:nvSpPr>
        <p:spPr>
          <a:xfrm xmlns:a="http://schemas.openxmlformats.org/drawingml/2006/main">
            <a:off x="838200" y="58483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83A42"/>
                </a:solidFill>
              </a:defRPr>
            </a:pPr>
            <a:r>
              <a:rPr sz="1275" b="1">
                <a:solidFill>
                  <a:srgbClr val="D83A42"/>
                </a:solidFill>
              </a:rPr>
              <a:t>設定列名・自治体ID・Backlog IDは連携キーです。管理者以外は変更しません。</a:t>
            </a:r>
          </a:p>
        </p:txBody>
      </p:sp>
      <p:sp>
        <p:nvSpPr>
          <p:cNvPr id="40" name="text-h4pkf3">
            <a:extLst xmlns:a="http://schemas.openxmlformats.org/drawingml/2006/main">
              <a:ext uri="{FF2B5EF4-FFF2-40B4-BE49-F238E27FC236}">
                <a16:creationId xmlns:a16="http://schemas.microsoft.com/office/drawing/2014/main" id="{9FB4EE85-10AD-444F-B450-CA8FD54D01C2}"/>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03</a:t>
            </a:r>
          </a:p>
        </p:txBody>
      </p:sp>
    </p:spTree>
    <p:extLst>
      <p:ext uri="{BB962C8B-B14F-4D97-AF65-F5344CB8AC3E}">
        <p14:creationId xmlns:p14="http://schemas.microsoft.com/office/powerpoint/2010/main" val="16785283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7fqu3e">
            <a:extLst xmlns:a="http://schemas.openxmlformats.org/drawingml/2006/main">
              <a:ext uri="{FF2B5EF4-FFF2-40B4-BE49-F238E27FC236}">
                <a16:creationId xmlns:a16="http://schemas.microsoft.com/office/drawing/2014/main" id="{F1A392A4-B333-4423-8069-3E6239013F6B}"/>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03 / LOGIN</a:t>
            </a:r>
          </a:p>
        </p:txBody>
      </p:sp>
      <p:sp>
        <p:nvSpPr>
          <p:cNvPr id="2" name="text-121n6u">
            <a:extLst xmlns:a="http://schemas.openxmlformats.org/drawingml/2006/main">
              <a:ext uri="{FF2B5EF4-FFF2-40B4-BE49-F238E27FC236}">
                <a16:creationId xmlns:a16="http://schemas.microsoft.com/office/drawing/2014/main" id="{3A4DA945-237D-4E36-91CA-EF5E1BB36CA6}"/>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最初にログインとBacklog本人連携を済ませる</a:t>
            </a:r>
          </a:p>
        </p:txBody>
      </p:sp>
      <p:sp>
        <p:nvSpPr>
          <p:cNvPr id="3" name="text-frkgol">
            <a:extLst xmlns:a="http://schemas.openxmlformats.org/drawingml/2006/main">
              <a:ext uri="{FF2B5EF4-FFF2-40B4-BE49-F238E27FC236}">
                <a16:creationId xmlns:a16="http://schemas.microsoft.com/office/drawing/2014/main" id="{1E83AF0F-5909-4503-BEBD-FFC9DB6EB501}"/>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入力後に初回連携へ移ると入力が消えるため、連携確認を先に行います。</a:t>
            </a:r>
          </a:p>
        </p:txBody>
      </p:sp>
      <p:sp>
        <p:nvSpPr>
          <p:cNvPr id="4" name="">
            <a:extLst xmlns:a="http://schemas.openxmlformats.org/drawingml/2006/main">
              <a:ext uri="{FF2B5EF4-FFF2-40B4-BE49-F238E27FC236}">
                <a16:creationId xmlns:a16="http://schemas.microsoft.com/office/drawing/2014/main" id="{9FD782A1-89D3-49DD-ADD0-D4216C3676E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4813ca0b4884b2f"/>
          <a:srcRect xmlns:a="http://schemas.openxmlformats.org/drawingml/2006/main" l="5598" t="0" r="5598" b="0"/>
          <a:stretch xmlns:a="http://schemas.openxmlformats.org/drawingml/2006/main">
            <a:fillRect l="0" t="0" r="0" b="0"/>
          </a:stretch>
        </p:blipFill>
        <p:spPr>
          <a:xfrm xmlns:a="http://schemas.openxmlformats.org/drawingml/2006/main">
            <a:off x="590550" y="1695450"/>
            <a:ext cx="7067550" cy="4476750"/>
          </a:xfrm>
          <a:prstGeom xmlns:a="http://schemas.openxmlformats.org/drawingml/2006/main" prst="roundRect">
            <a:avLst>
              <a:gd name="adj" fmla="val 2553"/>
            </a:avLst>
          </a:prstGeom>
        </p:spPr>
      </p:pic>
      <p:sp>
        <p:nvSpPr>
          <p:cNvPr id="6" name="">
            <a:extLst xmlns:a="http://schemas.openxmlformats.org/drawingml/2006/main">
              <a:ext uri="{FF2B5EF4-FFF2-40B4-BE49-F238E27FC236}">
                <a16:creationId xmlns:a16="http://schemas.microsoft.com/office/drawing/2014/main" id="{122223AA-844C-43D8-ABBF-F482241D8A8D}"/>
              </a:ext>
            </a:extLst>
          </p:cNvPr>
          <p:cNvSpPr>
            <a:spLocks xmlns:a="http://schemas.openxmlformats.org/drawingml/2006/main" noGrp="1"/>
          </p:cNvSpPr>
          <p:nvPr/>
        </p:nvSpPr>
        <p:spPr>
          <a:xfrm xmlns:a="http://schemas.openxmlformats.org/drawingml/2006/main">
            <a:off x="7981950" y="18859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6FDCA6B1-5677-49B8-B9B4-9C207CB6C6EF}"/>
              </a:ext>
            </a:extLst>
          </p:cNvPr>
          <p:cNvSpPr>
            <a:spLocks xmlns:a="http://schemas.openxmlformats.org/drawingml/2006/main" noGrp="1"/>
          </p:cNvSpPr>
          <p:nvPr/>
        </p:nvSpPr>
        <p:spPr>
          <a:xfrm xmlns:a="http://schemas.openxmlformats.org/drawingml/2006/main">
            <a:off x="8439150" y="1857375"/>
            <a:ext cx="29718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gb3fdk">
            <a:extLst xmlns:a="http://schemas.openxmlformats.org/drawingml/2006/main">
              <a:ext uri="{FF2B5EF4-FFF2-40B4-BE49-F238E27FC236}">
                <a16:creationId xmlns:a16="http://schemas.microsoft.com/office/drawing/2014/main" id="{B9D5DAA9-257F-49B7-91A6-F1F4C4B59FEA}"/>
              </a:ext>
            </a:extLst>
          </p:cNvPr>
          <p:cNvSpPr>
            <a:spLocks xmlns:a="http://schemas.openxmlformats.org/drawingml/2006/main" noGrp="1"/>
          </p:cNvSpPr>
          <p:nvPr/>
        </p:nvSpPr>
        <p:spPr>
          <a:xfrm xmlns:a="http://schemas.openxmlformats.org/drawingml/2006/main">
            <a:off x="8553450" y="187642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メール／Googleでログイン</a:t>
            </a:r>
          </a:p>
        </p:txBody>
      </p:sp>
      <p:sp>
        <p:nvSpPr>
          <p:cNvPr id="9" name="">
            <a:extLst xmlns:a="http://schemas.openxmlformats.org/drawingml/2006/main">
              <a:ext uri="{FF2B5EF4-FFF2-40B4-BE49-F238E27FC236}">
                <a16:creationId xmlns:a16="http://schemas.microsoft.com/office/drawing/2014/main" id="{95E62A13-7F52-46DD-AA5F-281271240EBB}"/>
              </a:ext>
            </a:extLst>
          </p:cNvPr>
          <p:cNvSpPr>
            <a:spLocks xmlns:a="http://schemas.openxmlformats.org/drawingml/2006/main" noGrp="1"/>
          </p:cNvSpPr>
          <p:nvPr/>
        </p:nvSpPr>
        <p:spPr>
          <a:xfrm xmlns:a="http://schemas.openxmlformats.org/drawingml/2006/main">
            <a:off x="7981950" y="2628900"/>
            <a:ext cx="342900" cy="342900"/>
          </a:xfrm>
          <a:prstGeom xmlns:a="http://schemas.openxmlformats.org/drawingml/2006/main" prst="ellipse">
            <a:avLst/>
          </a:prstGeom>
          <a:solidFill xmlns:a="http://schemas.openxmlformats.org/drawingml/2006/main">
            <a:srgbClr val="D83A42"/>
          </a:solidFill>
          <a:ln xmlns:a="http://schemas.openxmlformats.org/drawingml/2006/main" w="0">
            <a:solidFill>
              <a:srgbClr val="D83A42"/>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3B9CC0DC-4618-4E09-A8EF-92119D0EE2CA}"/>
              </a:ext>
            </a:extLst>
          </p:cNvPr>
          <p:cNvSpPr>
            <a:spLocks xmlns:a="http://schemas.openxmlformats.org/drawingml/2006/main" noGrp="1"/>
          </p:cNvSpPr>
          <p:nvPr/>
        </p:nvSpPr>
        <p:spPr>
          <a:xfrm xmlns:a="http://schemas.openxmlformats.org/drawingml/2006/main">
            <a:off x="8439150" y="2600325"/>
            <a:ext cx="29718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83A42"/>
            </a:solidFill>
            <a:prstDash val="solid"/>
          </a:ln>
        </p:spPr>
      </p:sp>
      <p:sp>
        <p:nvSpPr>
          <p:cNvPr id="11" name="text-sokahf">
            <a:extLst xmlns:a="http://schemas.openxmlformats.org/drawingml/2006/main">
              <a:ext uri="{FF2B5EF4-FFF2-40B4-BE49-F238E27FC236}">
                <a16:creationId xmlns:a16="http://schemas.microsoft.com/office/drawing/2014/main" id="{BFACB4C2-E894-40FF-9F22-AE67B46AFA64}"/>
              </a:ext>
            </a:extLst>
          </p:cNvPr>
          <p:cNvSpPr>
            <a:spLocks xmlns:a="http://schemas.openxmlformats.org/drawingml/2006/main" noGrp="1"/>
          </p:cNvSpPr>
          <p:nvPr/>
        </p:nvSpPr>
        <p:spPr>
          <a:xfrm xmlns:a="http://schemas.openxmlformats.org/drawingml/2006/main">
            <a:off x="8553450" y="261937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初回はBacklogと連携</a:t>
            </a:r>
          </a:p>
        </p:txBody>
      </p:sp>
      <p:sp>
        <p:nvSpPr>
          <p:cNvPr id="12" name="">
            <a:extLst xmlns:a="http://schemas.openxmlformats.org/drawingml/2006/main">
              <a:ext uri="{FF2B5EF4-FFF2-40B4-BE49-F238E27FC236}">
                <a16:creationId xmlns:a16="http://schemas.microsoft.com/office/drawing/2014/main" id="{C8058BEC-7D6E-422C-A413-D9054E4314F7}"/>
              </a:ext>
            </a:extLst>
          </p:cNvPr>
          <p:cNvSpPr>
            <a:spLocks xmlns:a="http://schemas.openxmlformats.org/drawingml/2006/main" noGrp="1"/>
          </p:cNvSpPr>
          <p:nvPr/>
        </p:nvSpPr>
        <p:spPr>
          <a:xfrm xmlns:a="http://schemas.openxmlformats.org/drawingml/2006/main">
            <a:off x="7981950" y="337185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68F30B0E-D41D-4A67-BAC8-6C8CD0767264}"/>
              </a:ext>
            </a:extLst>
          </p:cNvPr>
          <p:cNvSpPr>
            <a:spLocks xmlns:a="http://schemas.openxmlformats.org/drawingml/2006/main" noGrp="1"/>
          </p:cNvSpPr>
          <p:nvPr/>
        </p:nvSpPr>
        <p:spPr>
          <a:xfrm xmlns:a="http://schemas.openxmlformats.org/drawingml/2006/main">
            <a:off x="8439150" y="3343275"/>
            <a:ext cx="29718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4" name="text-t01wm3">
            <a:extLst xmlns:a="http://schemas.openxmlformats.org/drawingml/2006/main">
              <a:ext uri="{FF2B5EF4-FFF2-40B4-BE49-F238E27FC236}">
                <a16:creationId xmlns:a16="http://schemas.microsoft.com/office/drawing/2014/main" id="{0BC5506A-B265-4FE5-B61B-DB18B35B0628}"/>
              </a:ext>
            </a:extLst>
          </p:cNvPr>
          <p:cNvSpPr>
            <a:spLocks xmlns:a="http://schemas.openxmlformats.org/drawingml/2006/main" noGrp="1"/>
          </p:cNvSpPr>
          <p:nvPr/>
        </p:nvSpPr>
        <p:spPr>
          <a:xfrm xmlns:a="http://schemas.openxmlformats.org/drawingml/2006/main">
            <a:off x="8553450" y="3362325"/>
            <a:ext cx="2800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「本人連携済み」を確認</a:t>
            </a:r>
          </a:p>
        </p:txBody>
      </p:sp>
      <p:sp>
        <p:nvSpPr>
          <p:cNvPr id="15" name="">
            <a:extLst xmlns:a="http://schemas.openxmlformats.org/drawingml/2006/main">
              <a:ext uri="{FF2B5EF4-FFF2-40B4-BE49-F238E27FC236}">
                <a16:creationId xmlns:a16="http://schemas.microsoft.com/office/drawing/2014/main" id="{97B5CFCC-E1B3-4B9D-B2E0-F347CFBCB804}"/>
              </a:ext>
            </a:extLst>
          </p:cNvPr>
          <p:cNvSpPr>
            <a:spLocks xmlns:a="http://schemas.openxmlformats.org/drawingml/2006/main" noGrp="1"/>
          </p:cNvSpPr>
          <p:nvPr/>
        </p:nvSpPr>
        <p:spPr>
          <a:xfrm xmlns:a="http://schemas.openxmlformats.org/drawingml/2006/main">
            <a:off x="7981950" y="4114800"/>
            <a:ext cx="3276600" cy="152400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16" name="text-6ny4kl">
            <a:extLst xmlns:a="http://schemas.openxmlformats.org/drawingml/2006/main">
              <a:ext uri="{FF2B5EF4-FFF2-40B4-BE49-F238E27FC236}">
                <a16:creationId xmlns:a16="http://schemas.microsoft.com/office/drawing/2014/main" id="{89FEE418-3ED9-441B-B7F4-6B3C770F8212}"/>
              </a:ext>
            </a:extLst>
          </p:cNvPr>
          <p:cNvSpPr>
            <a:spLocks xmlns:a="http://schemas.openxmlformats.org/drawingml/2006/main" noGrp="1"/>
          </p:cNvSpPr>
          <p:nvPr/>
        </p:nvSpPr>
        <p:spPr>
          <a:xfrm xmlns:a="http://schemas.openxmlformats.org/drawingml/2006/main">
            <a:off x="8172450" y="42481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D83A42"/>
                </a:solidFill>
              </a:defRPr>
            </a:pPr>
            <a:r>
              <a:rPr sz="1425" b="1">
                <a:solidFill>
                  <a:srgbClr val="D83A42"/>
                </a:solidFill>
              </a:rPr>
              <a:t>初回だけの重要事項</a:t>
            </a:r>
          </a:p>
        </p:txBody>
      </p:sp>
      <p:sp>
        <p:nvSpPr>
          <p:cNvPr id="17" name="">
            <a:extLst xmlns:a="http://schemas.openxmlformats.org/drawingml/2006/main">
              <a:ext uri="{FF2B5EF4-FFF2-40B4-BE49-F238E27FC236}">
                <a16:creationId xmlns:a16="http://schemas.microsoft.com/office/drawing/2014/main" id="{44BC5F49-FB55-4455-9170-5AA430F02E83}"/>
              </a:ext>
            </a:extLst>
          </p:cNvPr>
          <p:cNvSpPr>
            <a:spLocks xmlns:a="http://schemas.openxmlformats.org/drawingml/2006/main" noGrp="1"/>
          </p:cNvSpPr>
          <p:nvPr/>
        </p:nvSpPr>
        <p:spPr>
          <a:xfrm xmlns:a="http://schemas.openxmlformats.org/drawingml/2006/main">
            <a:off x="8172450" y="473392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18" name="text-o9uolf">
            <a:extLst xmlns:a="http://schemas.openxmlformats.org/drawingml/2006/main">
              <a:ext uri="{FF2B5EF4-FFF2-40B4-BE49-F238E27FC236}">
                <a16:creationId xmlns:a16="http://schemas.microsoft.com/office/drawing/2014/main" id="{0E2B6F6B-B036-429A-854A-8E27F974A3AA}"/>
              </a:ext>
            </a:extLst>
          </p:cNvPr>
          <p:cNvSpPr>
            <a:spLocks xmlns:a="http://schemas.openxmlformats.org/drawingml/2006/main" noGrp="1"/>
          </p:cNvSpPr>
          <p:nvPr/>
        </p:nvSpPr>
        <p:spPr>
          <a:xfrm xmlns:a="http://schemas.openxmlformats.org/drawingml/2006/main">
            <a:off x="8382000" y="4629150"/>
            <a:ext cx="2600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連携前に商品入力を始めない</a:t>
            </a:r>
          </a:p>
        </p:txBody>
      </p:sp>
      <p:sp>
        <p:nvSpPr>
          <p:cNvPr id="19" name="">
            <a:extLst xmlns:a="http://schemas.openxmlformats.org/drawingml/2006/main">
              <a:ext uri="{FF2B5EF4-FFF2-40B4-BE49-F238E27FC236}">
                <a16:creationId xmlns:a16="http://schemas.microsoft.com/office/drawing/2014/main" id="{30C4225C-2C99-4C18-8348-4BA337327C1E}"/>
              </a:ext>
            </a:extLst>
          </p:cNvPr>
          <p:cNvSpPr>
            <a:spLocks xmlns:a="http://schemas.openxmlformats.org/drawingml/2006/main" noGrp="1"/>
          </p:cNvSpPr>
          <p:nvPr/>
        </p:nvSpPr>
        <p:spPr>
          <a:xfrm xmlns:a="http://schemas.openxmlformats.org/drawingml/2006/main">
            <a:off x="8172450" y="50768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20" name="text-kyf166">
            <a:extLst xmlns:a="http://schemas.openxmlformats.org/drawingml/2006/main">
              <a:ext uri="{FF2B5EF4-FFF2-40B4-BE49-F238E27FC236}">
                <a16:creationId xmlns:a16="http://schemas.microsoft.com/office/drawing/2014/main" id="{E5ADE87B-0305-48D3-874F-F618023FFA46}"/>
              </a:ext>
            </a:extLst>
          </p:cNvPr>
          <p:cNvSpPr>
            <a:spLocks xmlns:a="http://schemas.openxmlformats.org/drawingml/2006/main" noGrp="1"/>
          </p:cNvSpPr>
          <p:nvPr/>
        </p:nvSpPr>
        <p:spPr>
          <a:xfrm xmlns:a="http://schemas.openxmlformats.org/drawingml/2006/main">
            <a:off x="8382000" y="4972050"/>
            <a:ext cx="2600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Googleログインでも利用可能</a:t>
            </a:r>
          </a:p>
        </p:txBody>
      </p:sp>
      <p:sp>
        <p:nvSpPr>
          <p:cNvPr id="21" name="">
            <a:extLst xmlns:a="http://schemas.openxmlformats.org/drawingml/2006/main">
              <a:ext uri="{FF2B5EF4-FFF2-40B4-BE49-F238E27FC236}">
                <a16:creationId xmlns:a16="http://schemas.microsoft.com/office/drawing/2014/main" id="{E974AEA6-CD9E-4DD7-8EDE-DFFB991FB0E8}"/>
              </a:ext>
            </a:extLst>
          </p:cNvPr>
          <p:cNvSpPr>
            <a:spLocks xmlns:a="http://schemas.openxmlformats.org/drawingml/2006/main" noGrp="1"/>
          </p:cNvSpPr>
          <p:nvPr/>
        </p:nvSpPr>
        <p:spPr>
          <a:xfrm xmlns:a="http://schemas.openxmlformats.org/drawingml/2006/main">
            <a:off x="8172450" y="54197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2" name="text-6tnhhf">
            <a:extLst xmlns:a="http://schemas.openxmlformats.org/drawingml/2006/main">
              <a:ext uri="{FF2B5EF4-FFF2-40B4-BE49-F238E27FC236}">
                <a16:creationId xmlns:a16="http://schemas.microsoft.com/office/drawing/2014/main" id="{B887A67F-7431-4DD7-82E3-6F3A886C3296}"/>
              </a:ext>
            </a:extLst>
          </p:cNvPr>
          <p:cNvSpPr>
            <a:spLocks xmlns:a="http://schemas.openxmlformats.org/drawingml/2006/main" noGrp="1"/>
          </p:cNvSpPr>
          <p:nvPr/>
        </p:nvSpPr>
        <p:spPr>
          <a:xfrm xmlns:a="http://schemas.openxmlformats.org/drawingml/2006/main">
            <a:off x="8382000" y="5314950"/>
            <a:ext cx="26003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登録者はログイン本人になる</a:t>
            </a:r>
          </a:p>
        </p:txBody>
      </p:sp>
      <p:sp>
        <p:nvSpPr>
          <p:cNvPr id="23" name="text-6qbapd">
            <a:extLst xmlns:a="http://schemas.openxmlformats.org/drawingml/2006/main">
              <a:ext uri="{FF2B5EF4-FFF2-40B4-BE49-F238E27FC236}">
                <a16:creationId xmlns:a16="http://schemas.microsoft.com/office/drawing/2014/main" id="{6C4AD913-D39C-4C6E-A3F0-093D760ECD51}"/>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04</a:t>
            </a:r>
          </a:p>
        </p:txBody>
      </p:sp>
    </p:spTree>
    <p:extLst>
      <p:ext uri="{BB962C8B-B14F-4D97-AF65-F5344CB8AC3E}">
        <p14:creationId xmlns:p14="http://schemas.microsoft.com/office/powerpoint/2010/main" val="17504559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xwtmf7">
            <a:extLst xmlns:a="http://schemas.openxmlformats.org/drawingml/2006/main">
              <a:ext uri="{FF2B5EF4-FFF2-40B4-BE49-F238E27FC236}">
                <a16:creationId xmlns:a16="http://schemas.microsoft.com/office/drawing/2014/main" id="{29444C37-47D7-4CD9-8E7E-19710F3DF55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04 / START</a:t>
            </a:r>
          </a:p>
        </p:txBody>
      </p:sp>
      <p:sp>
        <p:nvSpPr>
          <p:cNvPr id="2" name="text-ft69ca">
            <a:extLst xmlns:a="http://schemas.openxmlformats.org/drawingml/2006/main">
              <a:ext uri="{FF2B5EF4-FFF2-40B4-BE49-F238E27FC236}">
                <a16:creationId xmlns:a16="http://schemas.microsoft.com/office/drawing/2014/main" id="{C5C0A6E8-C798-4A97-B20C-E6F098AB4061}"/>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最初に選ぶのは「修正」か「新規商品登録」</a:t>
            </a:r>
          </a:p>
        </p:txBody>
      </p:sp>
      <p:sp>
        <p:nvSpPr>
          <p:cNvPr id="3" name="text-gwjbpk">
            <a:extLst xmlns:a="http://schemas.openxmlformats.org/drawingml/2006/main">
              <a:ext uri="{FF2B5EF4-FFF2-40B4-BE49-F238E27FC236}">
                <a16:creationId xmlns:a16="http://schemas.microsoft.com/office/drawing/2014/main" id="{B2E41FDF-CEAF-4C65-804C-962041FBABD8}"/>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通常運用では単品を使い、定期便・SKUは必要時のみ試験運用します。</a:t>
            </a:r>
          </a:p>
        </p:txBody>
      </p:sp>
      <p:sp>
        <p:nvSpPr>
          <p:cNvPr id="4" name="">
            <a:extLst xmlns:a="http://schemas.openxmlformats.org/drawingml/2006/main">
              <a:ext uri="{FF2B5EF4-FFF2-40B4-BE49-F238E27FC236}">
                <a16:creationId xmlns:a16="http://schemas.microsoft.com/office/drawing/2014/main" id="{6048B587-BB5A-4590-8EBC-DB331C96F915}"/>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35d54a8d05d4ead"/>
          <a:srcRect xmlns:a="http://schemas.openxmlformats.org/drawingml/2006/main" l="4327" t="0" r="4327" b="0"/>
          <a:stretch xmlns:a="http://schemas.openxmlformats.org/drawingml/2006/main">
            <a:fillRect l="0" t="0" r="0" b="0"/>
          </a:stretch>
        </p:blipFill>
        <p:spPr>
          <a:xfrm xmlns:a="http://schemas.openxmlformats.org/drawingml/2006/main">
            <a:off x="590550" y="1695450"/>
            <a:ext cx="7239000" cy="4457700"/>
          </a:xfrm>
          <a:prstGeom xmlns:a="http://schemas.openxmlformats.org/drawingml/2006/main" prst="roundRect">
            <a:avLst>
              <a:gd name="adj" fmla="val 2564"/>
            </a:avLst>
          </a:prstGeom>
        </p:spPr>
      </p:pic>
      <p:sp>
        <p:nvSpPr>
          <p:cNvPr id="6" name="">
            <a:extLst xmlns:a="http://schemas.openxmlformats.org/drawingml/2006/main">
              <a:ext uri="{FF2B5EF4-FFF2-40B4-BE49-F238E27FC236}">
                <a16:creationId xmlns:a16="http://schemas.microsoft.com/office/drawing/2014/main" id="{87C2A7F7-51FC-4B6B-83E7-4D890516F21A}"/>
              </a:ext>
            </a:extLst>
          </p:cNvPr>
          <p:cNvSpPr>
            <a:spLocks xmlns:a="http://schemas.openxmlformats.org/drawingml/2006/main" noGrp="1"/>
          </p:cNvSpPr>
          <p:nvPr/>
        </p:nvSpPr>
        <p:spPr>
          <a:xfrm xmlns:a="http://schemas.openxmlformats.org/drawingml/2006/main">
            <a:off x="8115300" y="18859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17941D90-F908-4856-B011-D9D7289D928F}"/>
              </a:ext>
            </a:extLst>
          </p:cNvPr>
          <p:cNvSpPr>
            <a:spLocks xmlns:a="http://schemas.openxmlformats.org/drawingml/2006/main" noGrp="1"/>
          </p:cNvSpPr>
          <p:nvPr/>
        </p:nvSpPr>
        <p:spPr>
          <a:xfrm xmlns:a="http://schemas.openxmlformats.org/drawingml/2006/main">
            <a:off x="8572500" y="1857375"/>
            <a:ext cx="2857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27d17m">
            <a:extLst xmlns:a="http://schemas.openxmlformats.org/drawingml/2006/main">
              <a:ext uri="{FF2B5EF4-FFF2-40B4-BE49-F238E27FC236}">
                <a16:creationId xmlns:a16="http://schemas.microsoft.com/office/drawing/2014/main" id="{D32B84A9-2013-4951-A783-935C6BB25837}"/>
              </a:ext>
            </a:extLst>
          </p:cNvPr>
          <p:cNvSpPr>
            <a:spLocks xmlns:a="http://schemas.openxmlformats.org/drawingml/2006/main" noGrp="1"/>
          </p:cNvSpPr>
          <p:nvPr/>
        </p:nvSpPr>
        <p:spPr>
          <a:xfrm xmlns:a="http://schemas.openxmlformats.org/drawingml/2006/main">
            <a:off x="8686800" y="1876425"/>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修正／新規商品登録</a:t>
            </a:r>
          </a:p>
        </p:txBody>
      </p:sp>
      <p:sp>
        <p:nvSpPr>
          <p:cNvPr id="9" name="">
            <a:extLst xmlns:a="http://schemas.openxmlformats.org/drawingml/2006/main">
              <a:ext uri="{FF2B5EF4-FFF2-40B4-BE49-F238E27FC236}">
                <a16:creationId xmlns:a16="http://schemas.microsoft.com/office/drawing/2014/main" id="{F46FE031-0DDA-4E1E-8043-6750B1792DA4}"/>
              </a:ext>
            </a:extLst>
          </p:cNvPr>
          <p:cNvSpPr>
            <a:spLocks xmlns:a="http://schemas.openxmlformats.org/drawingml/2006/main" noGrp="1"/>
          </p:cNvSpPr>
          <p:nvPr/>
        </p:nvSpPr>
        <p:spPr>
          <a:xfrm xmlns:a="http://schemas.openxmlformats.org/drawingml/2006/main">
            <a:off x="8115300" y="2628900"/>
            <a:ext cx="342900" cy="342900"/>
          </a:xfrm>
          <a:prstGeom xmlns:a="http://schemas.openxmlformats.org/drawingml/2006/main" prst="ellipse">
            <a:avLst/>
          </a:prstGeom>
          <a:solidFill xmlns:a="http://schemas.openxmlformats.org/drawingml/2006/main">
            <a:srgbClr val="D83A42"/>
          </a:solidFill>
          <a:ln xmlns:a="http://schemas.openxmlformats.org/drawingml/2006/main" w="0">
            <a:solidFill>
              <a:srgbClr val="D83A42"/>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653BC1D1-E772-4D67-AD01-92C9501B5593}"/>
              </a:ext>
            </a:extLst>
          </p:cNvPr>
          <p:cNvSpPr>
            <a:spLocks xmlns:a="http://schemas.openxmlformats.org/drawingml/2006/main" noGrp="1"/>
          </p:cNvSpPr>
          <p:nvPr/>
        </p:nvSpPr>
        <p:spPr>
          <a:xfrm xmlns:a="http://schemas.openxmlformats.org/drawingml/2006/main">
            <a:off x="8572500" y="2600325"/>
            <a:ext cx="2857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83A42"/>
            </a:solidFill>
            <a:prstDash val="solid"/>
          </a:ln>
        </p:spPr>
      </p:sp>
      <p:sp>
        <p:nvSpPr>
          <p:cNvPr id="11" name="text-5unosq">
            <a:extLst xmlns:a="http://schemas.openxmlformats.org/drawingml/2006/main">
              <a:ext uri="{FF2B5EF4-FFF2-40B4-BE49-F238E27FC236}">
                <a16:creationId xmlns:a16="http://schemas.microsoft.com/office/drawing/2014/main" id="{C29E383F-04AA-4CCF-8EBA-8D353EF4A851}"/>
              </a:ext>
            </a:extLst>
          </p:cNvPr>
          <p:cNvSpPr>
            <a:spLocks xmlns:a="http://schemas.openxmlformats.org/drawingml/2006/main" noGrp="1"/>
          </p:cNvSpPr>
          <p:nvPr/>
        </p:nvSpPr>
        <p:spPr>
          <a:xfrm xmlns:a="http://schemas.openxmlformats.org/drawingml/2006/main">
            <a:off x="8686800" y="2619375"/>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至急（必要時だけ）</a:t>
            </a:r>
          </a:p>
        </p:txBody>
      </p:sp>
      <p:sp>
        <p:nvSpPr>
          <p:cNvPr id="12" name="">
            <a:extLst xmlns:a="http://schemas.openxmlformats.org/drawingml/2006/main">
              <a:ext uri="{FF2B5EF4-FFF2-40B4-BE49-F238E27FC236}">
                <a16:creationId xmlns:a16="http://schemas.microsoft.com/office/drawing/2014/main" id="{D8DF1553-F611-4BAE-9631-D4F73C5C2125}"/>
              </a:ext>
            </a:extLst>
          </p:cNvPr>
          <p:cNvSpPr>
            <a:spLocks xmlns:a="http://schemas.openxmlformats.org/drawingml/2006/main" noGrp="1"/>
          </p:cNvSpPr>
          <p:nvPr/>
        </p:nvSpPr>
        <p:spPr>
          <a:xfrm xmlns:a="http://schemas.openxmlformats.org/drawingml/2006/main">
            <a:off x="8115300" y="337185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EC1A2010-0290-4B3C-BD49-50B33B8B255F}"/>
              </a:ext>
            </a:extLst>
          </p:cNvPr>
          <p:cNvSpPr>
            <a:spLocks xmlns:a="http://schemas.openxmlformats.org/drawingml/2006/main" noGrp="1"/>
          </p:cNvSpPr>
          <p:nvPr/>
        </p:nvSpPr>
        <p:spPr>
          <a:xfrm xmlns:a="http://schemas.openxmlformats.org/drawingml/2006/main">
            <a:off x="8572500" y="3343275"/>
            <a:ext cx="2857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4" name="text-53v2rc">
            <a:extLst xmlns:a="http://schemas.openxmlformats.org/drawingml/2006/main">
              <a:ext uri="{FF2B5EF4-FFF2-40B4-BE49-F238E27FC236}">
                <a16:creationId xmlns:a16="http://schemas.microsoft.com/office/drawing/2014/main" id="{5138C60E-50C5-42B1-83A8-C112EB41A326}"/>
              </a:ext>
            </a:extLst>
          </p:cNvPr>
          <p:cNvSpPr>
            <a:spLocks xmlns:a="http://schemas.openxmlformats.org/drawingml/2006/main" noGrp="1"/>
          </p:cNvSpPr>
          <p:nvPr/>
        </p:nvSpPr>
        <p:spPr>
          <a:xfrm xmlns:a="http://schemas.openxmlformats.org/drawingml/2006/main">
            <a:off x="8686800" y="3362325"/>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自治体</a:t>
            </a:r>
          </a:p>
        </p:txBody>
      </p:sp>
      <p:sp>
        <p:nvSpPr>
          <p:cNvPr id="15" name="">
            <a:extLst xmlns:a="http://schemas.openxmlformats.org/drawingml/2006/main">
              <a:ext uri="{FF2B5EF4-FFF2-40B4-BE49-F238E27FC236}">
                <a16:creationId xmlns:a16="http://schemas.microsoft.com/office/drawing/2014/main" id="{DE2E147E-0DD0-4FD7-A14C-EFBBA9A9CC1C}"/>
              </a:ext>
            </a:extLst>
          </p:cNvPr>
          <p:cNvSpPr>
            <a:spLocks xmlns:a="http://schemas.openxmlformats.org/drawingml/2006/main" noGrp="1"/>
          </p:cNvSpPr>
          <p:nvPr/>
        </p:nvSpPr>
        <p:spPr>
          <a:xfrm xmlns:a="http://schemas.openxmlformats.org/drawingml/2006/main">
            <a:off x="8115300" y="411480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16" name="">
            <a:extLst xmlns:a="http://schemas.openxmlformats.org/drawingml/2006/main">
              <a:ext uri="{FF2B5EF4-FFF2-40B4-BE49-F238E27FC236}">
                <a16:creationId xmlns:a16="http://schemas.microsoft.com/office/drawing/2014/main" id="{012E9CE7-37A3-412C-A111-08EFBF139429}"/>
              </a:ext>
            </a:extLst>
          </p:cNvPr>
          <p:cNvSpPr>
            <a:spLocks xmlns:a="http://schemas.openxmlformats.org/drawingml/2006/main" noGrp="1"/>
          </p:cNvSpPr>
          <p:nvPr/>
        </p:nvSpPr>
        <p:spPr>
          <a:xfrm xmlns:a="http://schemas.openxmlformats.org/drawingml/2006/main">
            <a:off x="8572500" y="4086225"/>
            <a:ext cx="2857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A7690B"/>
            </a:solidFill>
            <a:prstDash val="solid"/>
          </a:ln>
        </p:spPr>
      </p:sp>
      <p:sp>
        <p:nvSpPr>
          <p:cNvPr id="17" name="text-3lpkf0">
            <a:extLst xmlns:a="http://schemas.openxmlformats.org/drawingml/2006/main">
              <a:ext uri="{FF2B5EF4-FFF2-40B4-BE49-F238E27FC236}">
                <a16:creationId xmlns:a16="http://schemas.microsoft.com/office/drawing/2014/main" id="{93A39A6C-9DD7-4CDD-9630-A25E1040E810}"/>
              </a:ext>
            </a:extLst>
          </p:cNvPr>
          <p:cNvSpPr>
            <a:spLocks xmlns:a="http://schemas.openxmlformats.org/drawingml/2006/main" noGrp="1"/>
          </p:cNvSpPr>
          <p:nvPr/>
        </p:nvSpPr>
        <p:spPr>
          <a:xfrm xmlns:a="http://schemas.openxmlformats.org/drawingml/2006/main">
            <a:off x="8686800" y="4105275"/>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定期便・SKU（試験）</a:t>
            </a:r>
          </a:p>
        </p:txBody>
      </p:sp>
      <p:sp>
        <p:nvSpPr>
          <p:cNvPr id="18" name="">
            <a:extLst xmlns:a="http://schemas.openxmlformats.org/drawingml/2006/main">
              <a:ext uri="{FF2B5EF4-FFF2-40B4-BE49-F238E27FC236}">
                <a16:creationId xmlns:a16="http://schemas.microsoft.com/office/drawing/2014/main" id="{C8C6A7B6-8B8E-4BFE-B4FA-151A991D8E27}"/>
              </a:ext>
            </a:extLst>
          </p:cNvPr>
          <p:cNvSpPr>
            <a:spLocks xmlns:a="http://schemas.openxmlformats.org/drawingml/2006/main" noGrp="1"/>
          </p:cNvSpPr>
          <p:nvPr/>
        </p:nvSpPr>
        <p:spPr>
          <a:xfrm xmlns:a="http://schemas.openxmlformats.org/drawingml/2006/main">
            <a:off x="8115300" y="4953000"/>
            <a:ext cx="3143250" cy="1009650"/>
          </a:xfrm>
          <a:prstGeom xmlns:a="http://schemas.openxmlformats.org/drawingml/2006/main" prst="rect">
            <a:avLst/>
          </a:prstGeom>
          <a:solidFill xmlns:a="http://schemas.openxmlformats.org/drawingml/2006/main">
            <a:srgbClr val="EAF6FC"/>
          </a:solidFill>
          <a:ln xmlns:a="http://schemas.openxmlformats.org/drawingml/2006/main" w="9525">
            <a:solidFill>
              <a:srgbClr val="6DCBF4"/>
            </a:solidFill>
            <a:prstDash val="solid"/>
          </a:ln>
        </p:spPr>
      </p:sp>
      <p:sp>
        <p:nvSpPr>
          <p:cNvPr id="19" name="text-vbtzk9">
            <a:extLst xmlns:a="http://schemas.openxmlformats.org/drawingml/2006/main">
              <a:ext uri="{FF2B5EF4-FFF2-40B4-BE49-F238E27FC236}">
                <a16:creationId xmlns:a16="http://schemas.microsoft.com/office/drawing/2014/main" id="{1E06D808-1B9B-4163-9C69-D87B4BFD4C1F}"/>
              </a:ext>
            </a:extLst>
          </p:cNvPr>
          <p:cNvSpPr>
            <a:spLocks xmlns:a="http://schemas.openxmlformats.org/drawingml/2006/main" noGrp="1"/>
          </p:cNvSpPr>
          <p:nvPr/>
        </p:nvSpPr>
        <p:spPr>
          <a:xfrm xmlns:a="http://schemas.openxmlformats.org/drawingml/2006/main">
            <a:off x="8286750" y="5067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3D8DFF"/>
                </a:solidFill>
              </a:defRPr>
            </a:pPr>
            <a:r>
              <a:rPr sz="1275" b="1">
                <a:solidFill>
                  <a:srgbClr val="3D8DFF"/>
                </a:solidFill>
              </a:rPr>
              <a:t>自治体の表示範囲</a:t>
            </a:r>
          </a:p>
        </p:txBody>
      </p:sp>
      <p:sp>
        <p:nvSpPr>
          <p:cNvPr id="20" name="text-ayu9uw">
            <a:extLst xmlns:a="http://schemas.openxmlformats.org/drawingml/2006/main">
              <a:ext uri="{FF2B5EF4-FFF2-40B4-BE49-F238E27FC236}">
                <a16:creationId xmlns:a16="http://schemas.microsoft.com/office/drawing/2014/main" id="{0ECA1070-88DE-4A41-BEDE-5B9C1E1ADE3A}"/>
              </a:ext>
            </a:extLst>
          </p:cNvPr>
          <p:cNvSpPr>
            <a:spLocks xmlns:a="http://schemas.openxmlformats.org/drawingml/2006/main" noGrp="1"/>
          </p:cNvSpPr>
          <p:nvPr/>
        </p:nvSpPr>
        <p:spPr>
          <a:xfrm xmlns:a="http://schemas.openxmlformats.org/drawingml/2006/main">
            <a:off x="8286750" y="5372100"/>
            <a:ext cx="2724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ログインアドレスが権限マスタに登録された自治体だけ表示されます。</a:t>
            </a:r>
          </a:p>
        </p:txBody>
      </p:sp>
      <p:sp>
        <p:nvSpPr>
          <p:cNvPr id="21" name="text-4d1k9i">
            <a:extLst xmlns:a="http://schemas.openxmlformats.org/drawingml/2006/main">
              <a:ext uri="{FF2B5EF4-FFF2-40B4-BE49-F238E27FC236}">
                <a16:creationId xmlns:a16="http://schemas.microsoft.com/office/drawing/2014/main" id="{02D60C7F-3FAF-49FC-881D-9BAD7BFC0907}"/>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05</a:t>
            </a:r>
          </a:p>
        </p:txBody>
      </p:sp>
    </p:spTree>
    <p:extLst>
      <p:ext uri="{BB962C8B-B14F-4D97-AF65-F5344CB8AC3E}">
        <p14:creationId xmlns:p14="http://schemas.microsoft.com/office/powerpoint/2010/main" val="6985401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n99edc">
            <a:extLst xmlns:a="http://schemas.openxmlformats.org/drawingml/2006/main">
              <a:ext uri="{FF2B5EF4-FFF2-40B4-BE49-F238E27FC236}">
                <a16:creationId xmlns:a16="http://schemas.microsoft.com/office/drawing/2014/main" id="{8D1CBA78-7FC6-4512-8B95-1AD0A739102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05 / RE-EDIT</a:t>
            </a:r>
          </a:p>
        </p:txBody>
      </p:sp>
      <p:sp>
        <p:nvSpPr>
          <p:cNvPr id="2" name="text-j192gf">
            <a:extLst xmlns:a="http://schemas.openxmlformats.org/drawingml/2006/main">
              <a:ext uri="{FF2B5EF4-FFF2-40B4-BE49-F238E27FC236}">
                <a16:creationId xmlns:a16="http://schemas.microsoft.com/office/drawing/2014/main" id="{38A50BD6-C183-440E-BFF0-48448CC86684}"/>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過去の依頼は履歴から再編集する</a:t>
            </a:r>
          </a:p>
        </p:txBody>
      </p:sp>
      <p:sp>
        <p:nvSpPr>
          <p:cNvPr id="3" name="text-lz10tf">
            <a:extLst xmlns:a="http://schemas.openxmlformats.org/drawingml/2006/main">
              <a:ext uri="{FF2B5EF4-FFF2-40B4-BE49-F238E27FC236}">
                <a16:creationId xmlns:a16="http://schemas.microsoft.com/office/drawing/2014/main" id="{050568B6-5CA1-4FF4-AC1F-2D6D0C000C2F}"/>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通常は一覧から選択。Backlog課題キーまたは依頼IDでも検索できます。</a:t>
            </a:r>
          </a:p>
        </p:txBody>
      </p:sp>
      <p:sp>
        <p:nvSpPr>
          <p:cNvPr id="4" name="">
            <a:extLst xmlns:a="http://schemas.openxmlformats.org/drawingml/2006/main">
              <a:ext uri="{FF2B5EF4-FFF2-40B4-BE49-F238E27FC236}">
                <a16:creationId xmlns:a16="http://schemas.microsoft.com/office/drawing/2014/main" id="{0437A298-416B-4E2F-92BA-49E224C7EE55}"/>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408f1b08bc84316"/>
          <a:srcRect xmlns:a="http://schemas.openxmlformats.org/drawingml/2006/main" l="4118" t="0" r="4118" b="0"/>
          <a:stretch xmlns:a="http://schemas.openxmlformats.org/drawingml/2006/main">
            <a:fillRect l="0" t="0" r="0" b="0"/>
          </a:stretch>
        </p:blipFill>
        <p:spPr>
          <a:xfrm xmlns:a="http://schemas.openxmlformats.org/drawingml/2006/main">
            <a:off x="552450" y="1676400"/>
            <a:ext cx="7334250" cy="4495800"/>
          </a:xfrm>
          <a:prstGeom xmlns:a="http://schemas.openxmlformats.org/drawingml/2006/main" prst="roundRect">
            <a:avLst>
              <a:gd name="adj" fmla="val 2542"/>
            </a:avLst>
          </a:prstGeom>
        </p:spPr>
      </p:pic>
      <p:sp>
        <p:nvSpPr>
          <p:cNvPr id="6" name="">
            <a:extLst xmlns:a="http://schemas.openxmlformats.org/drawingml/2006/main">
              <a:ext uri="{FF2B5EF4-FFF2-40B4-BE49-F238E27FC236}">
                <a16:creationId xmlns:a16="http://schemas.microsoft.com/office/drawing/2014/main" id="{D19A8038-0000-4AD0-B623-2F734329AC0A}"/>
              </a:ext>
            </a:extLst>
          </p:cNvPr>
          <p:cNvSpPr>
            <a:spLocks xmlns:a="http://schemas.openxmlformats.org/drawingml/2006/main" noGrp="1"/>
          </p:cNvSpPr>
          <p:nvPr/>
        </p:nvSpPr>
        <p:spPr>
          <a:xfrm xmlns:a="http://schemas.openxmlformats.org/drawingml/2006/main">
            <a:off x="8134350" y="18097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8618BA00-98D5-46D8-B6E1-E0A6A848BB07}"/>
              </a:ext>
            </a:extLst>
          </p:cNvPr>
          <p:cNvSpPr>
            <a:spLocks xmlns:a="http://schemas.openxmlformats.org/drawingml/2006/main" noGrp="1"/>
          </p:cNvSpPr>
          <p:nvPr/>
        </p:nvSpPr>
        <p:spPr>
          <a:xfrm xmlns:a="http://schemas.openxmlformats.org/drawingml/2006/main">
            <a:off x="8591550" y="17811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hwkr2n">
            <a:extLst xmlns:a="http://schemas.openxmlformats.org/drawingml/2006/main">
              <a:ext uri="{FF2B5EF4-FFF2-40B4-BE49-F238E27FC236}">
                <a16:creationId xmlns:a16="http://schemas.microsoft.com/office/drawing/2014/main" id="{A5850415-35EC-4F2C-867B-32F6EAA16D7C}"/>
              </a:ext>
            </a:extLst>
          </p:cNvPr>
          <p:cNvSpPr>
            <a:spLocks xmlns:a="http://schemas.openxmlformats.org/drawingml/2006/main" noGrp="1"/>
          </p:cNvSpPr>
          <p:nvPr/>
        </p:nvSpPr>
        <p:spPr>
          <a:xfrm xmlns:a="http://schemas.openxmlformats.org/drawingml/2006/main">
            <a:off x="8705850" y="18002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「登録済み依頼を再編集」を開く</a:t>
            </a:r>
          </a:p>
        </p:txBody>
      </p:sp>
      <p:sp>
        <p:nvSpPr>
          <p:cNvPr id="9" name="">
            <a:extLst xmlns:a="http://schemas.openxmlformats.org/drawingml/2006/main">
              <a:ext uri="{FF2B5EF4-FFF2-40B4-BE49-F238E27FC236}">
                <a16:creationId xmlns:a16="http://schemas.microsoft.com/office/drawing/2014/main" id="{B2A8891F-0B20-40CD-8946-97210FA3CC68}"/>
              </a:ext>
            </a:extLst>
          </p:cNvPr>
          <p:cNvSpPr>
            <a:spLocks xmlns:a="http://schemas.openxmlformats.org/drawingml/2006/main" noGrp="1"/>
          </p:cNvSpPr>
          <p:nvPr/>
        </p:nvSpPr>
        <p:spPr>
          <a:xfrm xmlns:a="http://schemas.openxmlformats.org/drawingml/2006/main">
            <a:off x="8134350" y="253365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0395AE79-CAC3-4766-A7A9-CE25026DDE61}"/>
              </a:ext>
            </a:extLst>
          </p:cNvPr>
          <p:cNvSpPr>
            <a:spLocks xmlns:a="http://schemas.openxmlformats.org/drawingml/2006/main" noGrp="1"/>
          </p:cNvSpPr>
          <p:nvPr/>
        </p:nvSpPr>
        <p:spPr>
          <a:xfrm xmlns:a="http://schemas.openxmlformats.org/drawingml/2006/main">
            <a:off x="8591550" y="25050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1" name="text-3m3dyh">
            <a:extLst xmlns:a="http://schemas.openxmlformats.org/drawingml/2006/main">
              <a:ext uri="{FF2B5EF4-FFF2-40B4-BE49-F238E27FC236}">
                <a16:creationId xmlns:a16="http://schemas.microsoft.com/office/drawing/2014/main" id="{5A9C07ED-7AC9-43AC-AF58-905DA50B2D04}"/>
              </a:ext>
            </a:extLst>
          </p:cNvPr>
          <p:cNvSpPr>
            <a:spLocks xmlns:a="http://schemas.openxmlformats.org/drawingml/2006/main" noGrp="1"/>
          </p:cNvSpPr>
          <p:nvPr/>
        </p:nvSpPr>
        <p:spPr>
          <a:xfrm xmlns:a="http://schemas.openxmlformats.org/drawingml/2006/main">
            <a:off x="8705850" y="25241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自分／閲覧可能な全依頼を選ぶ</a:t>
            </a:r>
          </a:p>
        </p:txBody>
      </p:sp>
      <p:sp>
        <p:nvSpPr>
          <p:cNvPr id="12" name="">
            <a:extLst xmlns:a="http://schemas.openxmlformats.org/drawingml/2006/main">
              <a:ext uri="{FF2B5EF4-FFF2-40B4-BE49-F238E27FC236}">
                <a16:creationId xmlns:a16="http://schemas.microsoft.com/office/drawing/2014/main" id="{E0477648-9C1F-42FE-9790-3EE601E0D9F7}"/>
              </a:ext>
            </a:extLst>
          </p:cNvPr>
          <p:cNvSpPr>
            <a:spLocks xmlns:a="http://schemas.openxmlformats.org/drawingml/2006/main" noGrp="1"/>
          </p:cNvSpPr>
          <p:nvPr/>
        </p:nvSpPr>
        <p:spPr>
          <a:xfrm xmlns:a="http://schemas.openxmlformats.org/drawingml/2006/main">
            <a:off x="8134350" y="325755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3AAAC79E-0199-47E1-8DBA-481390F28358}"/>
              </a:ext>
            </a:extLst>
          </p:cNvPr>
          <p:cNvSpPr>
            <a:spLocks xmlns:a="http://schemas.openxmlformats.org/drawingml/2006/main" noGrp="1"/>
          </p:cNvSpPr>
          <p:nvPr/>
        </p:nvSpPr>
        <p:spPr>
          <a:xfrm xmlns:a="http://schemas.openxmlformats.org/drawingml/2006/main">
            <a:off x="8591550" y="32289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A7690B"/>
            </a:solidFill>
            <a:prstDash val="solid"/>
          </a:ln>
        </p:spPr>
      </p:sp>
      <p:sp>
        <p:nvSpPr>
          <p:cNvPr id="14" name="text-jzfdzm">
            <a:extLst xmlns:a="http://schemas.openxmlformats.org/drawingml/2006/main">
              <a:ext uri="{FF2B5EF4-FFF2-40B4-BE49-F238E27FC236}">
                <a16:creationId xmlns:a16="http://schemas.microsoft.com/office/drawing/2014/main" id="{572A021C-420E-47F8-9291-432431EDE5F4}"/>
              </a:ext>
            </a:extLst>
          </p:cNvPr>
          <p:cNvSpPr>
            <a:spLocks xmlns:a="http://schemas.openxmlformats.org/drawingml/2006/main" noGrp="1"/>
          </p:cNvSpPr>
          <p:nvPr/>
        </p:nvSpPr>
        <p:spPr>
          <a:xfrm xmlns:a="http://schemas.openxmlformats.org/drawingml/2006/main">
            <a:off x="8705850" y="32480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行を選択して読み込む</a:t>
            </a:r>
          </a:p>
        </p:txBody>
      </p:sp>
      <p:sp>
        <p:nvSpPr>
          <p:cNvPr id="15" name="">
            <a:extLst xmlns:a="http://schemas.openxmlformats.org/drawingml/2006/main">
              <a:ext uri="{FF2B5EF4-FFF2-40B4-BE49-F238E27FC236}">
                <a16:creationId xmlns:a16="http://schemas.microsoft.com/office/drawing/2014/main" id="{5EA959A2-A3F4-4428-9B5F-EF9D63923D90}"/>
              </a:ext>
            </a:extLst>
          </p:cNvPr>
          <p:cNvSpPr>
            <a:spLocks xmlns:a="http://schemas.openxmlformats.org/drawingml/2006/main" noGrp="1"/>
          </p:cNvSpPr>
          <p:nvPr/>
        </p:nvSpPr>
        <p:spPr>
          <a:xfrm xmlns:a="http://schemas.openxmlformats.org/drawingml/2006/main">
            <a:off x="8134350" y="4000500"/>
            <a:ext cx="3219450" cy="1638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text-tc6kph">
            <a:extLst xmlns:a="http://schemas.openxmlformats.org/drawingml/2006/main">
              <a:ext uri="{FF2B5EF4-FFF2-40B4-BE49-F238E27FC236}">
                <a16:creationId xmlns:a16="http://schemas.microsoft.com/office/drawing/2014/main" id="{77F0B8C1-E6BB-4EA2-9E4F-DBCAA0BE316D}"/>
              </a:ext>
            </a:extLst>
          </p:cNvPr>
          <p:cNvSpPr>
            <a:spLocks xmlns:a="http://schemas.openxmlformats.org/drawingml/2006/main" noGrp="1"/>
          </p:cNvSpPr>
          <p:nvPr/>
        </p:nvSpPr>
        <p:spPr>
          <a:xfrm xmlns:a="http://schemas.openxmlformats.org/drawingml/2006/main">
            <a:off x="8324850" y="41338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直接入力できる番号</a:t>
            </a:r>
          </a:p>
        </p:txBody>
      </p:sp>
      <p:sp>
        <p:nvSpPr>
          <p:cNvPr id="17" name="">
            <a:extLst xmlns:a="http://schemas.openxmlformats.org/drawingml/2006/main">
              <a:ext uri="{FF2B5EF4-FFF2-40B4-BE49-F238E27FC236}">
                <a16:creationId xmlns:a16="http://schemas.microsoft.com/office/drawing/2014/main" id="{692956E6-3920-4DB8-ABC0-63FC86166E46}"/>
              </a:ext>
            </a:extLst>
          </p:cNvPr>
          <p:cNvSpPr>
            <a:spLocks xmlns:a="http://schemas.openxmlformats.org/drawingml/2006/main" noGrp="1"/>
          </p:cNvSpPr>
          <p:nvPr/>
        </p:nvSpPr>
        <p:spPr>
          <a:xfrm xmlns:a="http://schemas.openxmlformats.org/drawingml/2006/main">
            <a:off x="8324850" y="46196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8" name="text-w2dax5">
            <a:extLst xmlns:a="http://schemas.openxmlformats.org/drawingml/2006/main">
              <a:ext uri="{FF2B5EF4-FFF2-40B4-BE49-F238E27FC236}">
                <a16:creationId xmlns:a16="http://schemas.microsoft.com/office/drawing/2014/main" id="{926A1052-DF5E-4830-BF5E-3E1F89785701}"/>
              </a:ext>
            </a:extLst>
          </p:cNvPr>
          <p:cNvSpPr>
            <a:spLocks xmlns:a="http://schemas.openxmlformats.org/drawingml/2006/main" noGrp="1"/>
          </p:cNvSpPr>
          <p:nvPr/>
        </p:nvSpPr>
        <p:spPr>
          <a:xfrm xmlns:a="http://schemas.openxmlformats.org/drawingml/2006/main">
            <a:off x="8534400" y="451485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Backlog課題キー：PROJECT-123</a:t>
            </a:r>
          </a:p>
        </p:txBody>
      </p:sp>
      <p:sp>
        <p:nvSpPr>
          <p:cNvPr id="19" name="">
            <a:extLst xmlns:a="http://schemas.openxmlformats.org/drawingml/2006/main">
              <a:ext uri="{FF2B5EF4-FFF2-40B4-BE49-F238E27FC236}">
                <a16:creationId xmlns:a16="http://schemas.microsoft.com/office/drawing/2014/main" id="{ED147ABB-130A-4EDA-A28F-C21F41DBA37E}"/>
              </a:ext>
            </a:extLst>
          </p:cNvPr>
          <p:cNvSpPr>
            <a:spLocks xmlns:a="http://schemas.openxmlformats.org/drawingml/2006/main" noGrp="1"/>
          </p:cNvSpPr>
          <p:nvPr/>
        </p:nvSpPr>
        <p:spPr>
          <a:xfrm xmlns:a="http://schemas.openxmlformats.org/drawingml/2006/main">
            <a:off x="8324850" y="49625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0" name="text-ei2vsy">
            <a:extLst xmlns:a="http://schemas.openxmlformats.org/drawingml/2006/main">
              <a:ext uri="{FF2B5EF4-FFF2-40B4-BE49-F238E27FC236}">
                <a16:creationId xmlns:a16="http://schemas.microsoft.com/office/drawing/2014/main" id="{A99306ED-B476-4798-8FCF-DCC97F69FE02}"/>
              </a:ext>
            </a:extLst>
          </p:cNvPr>
          <p:cNvSpPr>
            <a:spLocks xmlns:a="http://schemas.openxmlformats.org/drawingml/2006/main" noGrp="1"/>
          </p:cNvSpPr>
          <p:nvPr/>
        </p:nvSpPr>
        <p:spPr>
          <a:xfrm xmlns:a="http://schemas.openxmlformats.org/drawingml/2006/main">
            <a:off x="8534400" y="485775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依頼ID：PR-日付-英数字</a:t>
            </a:r>
          </a:p>
        </p:txBody>
      </p:sp>
      <p:sp>
        <p:nvSpPr>
          <p:cNvPr id="21" name="text-tz9imp">
            <a:extLst xmlns:a="http://schemas.openxmlformats.org/drawingml/2006/main">
              <a:ext uri="{FF2B5EF4-FFF2-40B4-BE49-F238E27FC236}">
                <a16:creationId xmlns:a16="http://schemas.microsoft.com/office/drawing/2014/main" id="{5A054A2F-E8DC-4E94-A3DB-761A55281B4E}"/>
              </a:ext>
            </a:extLst>
          </p:cNvPr>
          <p:cNvSpPr>
            <a:spLocks xmlns:a="http://schemas.openxmlformats.org/drawingml/2006/main" noGrp="1"/>
          </p:cNvSpPr>
          <p:nvPr/>
        </p:nvSpPr>
        <p:spPr>
          <a:xfrm xmlns:a="http://schemas.openxmlformats.org/drawingml/2006/main">
            <a:off x="8324850" y="523875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D83A42"/>
                </a:solidFill>
              </a:defRPr>
            </a:pPr>
            <a:r>
              <a:rPr sz="1125" b="1">
                <a:solidFill>
                  <a:srgbClr val="D83A42"/>
                </a:solidFill>
              </a:rPr>
              <a:t>保存すると同じ親課題を更新します。</a:t>
            </a:r>
          </a:p>
        </p:txBody>
      </p:sp>
      <p:sp>
        <p:nvSpPr>
          <p:cNvPr id="22" name="text-tchlv3">
            <a:extLst xmlns:a="http://schemas.openxmlformats.org/drawingml/2006/main">
              <a:ext uri="{FF2B5EF4-FFF2-40B4-BE49-F238E27FC236}">
                <a16:creationId xmlns:a16="http://schemas.microsoft.com/office/drawing/2014/main" id="{AC46B907-3341-4E50-A613-4376F05A9BF0}"/>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06</a:t>
            </a:r>
          </a:p>
        </p:txBody>
      </p:sp>
    </p:spTree>
    <p:extLst>
      <p:ext uri="{BB962C8B-B14F-4D97-AF65-F5344CB8AC3E}">
        <p14:creationId xmlns:p14="http://schemas.microsoft.com/office/powerpoint/2010/main" val="3310836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bzm44y">
            <a:extLst xmlns:a="http://schemas.openxmlformats.org/drawingml/2006/main">
              <a:ext uri="{FF2B5EF4-FFF2-40B4-BE49-F238E27FC236}">
                <a16:creationId xmlns:a16="http://schemas.microsoft.com/office/drawing/2014/main" id="{3029BB79-4C7C-4C4C-AD0A-5C73A45BC990}"/>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06 / CORRECTION</a:t>
            </a:r>
          </a:p>
        </p:txBody>
      </p:sp>
      <p:sp>
        <p:nvSpPr>
          <p:cNvPr id="2" name="text-dpulea">
            <a:extLst xmlns:a="http://schemas.openxmlformats.org/drawingml/2006/main">
              <a:ext uri="{FF2B5EF4-FFF2-40B4-BE49-F238E27FC236}">
                <a16:creationId xmlns:a16="http://schemas.microsoft.com/office/drawing/2014/main" id="{DB8777CB-191C-45CA-96DD-36A70ABA2D39}"/>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修正依頼は5ステップ＋保存</a:t>
            </a:r>
          </a:p>
        </p:txBody>
      </p:sp>
      <p:sp>
        <p:nvSpPr>
          <p:cNvPr id="3" name="text-7meux3">
            <a:extLst xmlns:a="http://schemas.openxmlformats.org/drawingml/2006/main">
              <a:ext uri="{FF2B5EF4-FFF2-40B4-BE49-F238E27FC236}">
                <a16:creationId xmlns:a16="http://schemas.microsoft.com/office/drawing/2014/main" id="{08B5E24C-106A-4C06-B410-E1B7068DB31F}"/>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現在値を確認しながら、変更する項目だけを入力します。</a:t>
            </a:r>
          </a:p>
        </p:txBody>
      </p:sp>
      <p:sp>
        <p:nvSpPr>
          <p:cNvPr id="4" name="">
            <a:extLst xmlns:a="http://schemas.openxmlformats.org/drawingml/2006/main">
              <a:ext uri="{FF2B5EF4-FFF2-40B4-BE49-F238E27FC236}">
                <a16:creationId xmlns:a16="http://schemas.microsoft.com/office/drawing/2014/main" id="{A0A88ACB-4AD1-473B-BE37-C44F088B77E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F63FFD3-2DB8-4679-A715-854A37B229E2}"/>
              </a:ext>
            </a:extLst>
          </p:cNvPr>
          <p:cNvSpPr>
            <a:spLocks xmlns:a="http://schemas.openxmlformats.org/drawingml/2006/main" noGrp="1"/>
          </p:cNvSpPr>
          <p:nvPr/>
        </p:nvSpPr>
        <p:spPr>
          <a:xfrm xmlns:a="http://schemas.openxmlformats.org/drawingml/2006/main">
            <a:off x="2438400"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6" name="">
            <a:extLst xmlns:a="http://schemas.openxmlformats.org/drawingml/2006/main">
              <a:ext uri="{FF2B5EF4-FFF2-40B4-BE49-F238E27FC236}">
                <a16:creationId xmlns:a16="http://schemas.microsoft.com/office/drawing/2014/main" id="{5CA13E3C-128C-4F81-9539-9CF466B6D795}"/>
              </a:ext>
            </a:extLst>
          </p:cNvPr>
          <p:cNvSpPr>
            <a:spLocks xmlns:a="http://schemas.openxmlformats.org/drawingml/2006/main" noGrp="1"/>
          </p:cNvSpPr>
          <p:nvPr/>
        </p:nvSpPr>
        <p:spPr>
          <a:xfrm xmlns:a="http://schemas.openxmlformats.org/drawingml/2006/main">
            <a:off x="4791075"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7" name="">
            <a:extLst xmlns:a="http://schemas.openxmlformats.org/drawingml/2006/main">
              <a:ext uri="{FF2B5EF4-FFF2-40B4-BE49-F238E27FC236}">
                <a16:creationId xmlns:a16="http://schemas.microsoft.com/office/drawing/2014/main" id="{E917F07D-7FCC-4CE4-956B-A4C6E3D0D533}"/>
              </a:ext>
            </a:extLst>
          </p:cNvPr>
          <p:cNvSpPr>
            <a:spLocks xmlns:a="http://schemas.openxmlformats.org/drawingml/2006/main" noGrp="1"/>
          </p:cNvSpPr>
          <p:nvPr/>
        </p:nvSpPr>
        <p:spPr>
          <a:xfrm xmlns:a="http://schemas.openxmlformats.org/drawingml/2006/main">
            <a:off x="7143750"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8" name="">
            <a:extLst xmlns:a="http://schemas.openxmlformats.org/drawingml/2006/main">
              <a:ext uri="{FF2B5EF4-FFF2-40B4-BE49-F238E27FC236}">
                <a16:creationId xmlns:a16="http://schemas.microsoft.com/office/drawing/2014/main" id="{929FC09F-5DDE-4908-B7D8-BE012B1A5DDF}"/>
              </a:ext>
            </a:extLst>
          </p:cNvPr>
          <p:cNvSpPr>
            <a:spLocks xmlns:a="http://schemas.openxmlformats.org/drawingml/2006/main" noGrp="1"/>
          </p:cNvSpPr>
          <p:nvPr/>
        </p:nvSpPr>
        <p:spPr>
          <a:xfrm xmlns:a="http://schemas.openxmlformats.org/drawingml/2006/main">
            <a:off x="9496425"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9" name="">
            <a:extLst xmlns:a="http://schemas.openxmlformats.org/drawingml/2006/main">
              <a:ext uri="{FF2B5EF4-FFF2-40B4-BE49-F238E27FC236}">
                <a16:creationId xmlns:a16="http://schemas.microsoft.com/office/drawing/2014/main" id="{2BEF13EE-51F9-4EC3-841F-85E1F9B4E385}"/>
              </a:ext>
            </a:extLst>
          </p:cNvPr>
          <p:cNvSpPr>
            <a:spLocks xmlns:a="http://schemas.openxmlformats.org/drawingml/2006/main" noGrp="1"/>
          </p:cNvSpPr>
          <p:nvPr/>
        </p:nvSpPr>
        <p:spPr>
          <a:xfrm xmlns:a="http://schemas.openxmlformats.org/drawingml/2006/main">
            <a:off x="34290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E29C010E-8CF9-4AB7-B8EB-AC0D5EC4EB20}"/>
              </a:ext>
            </a:extLst>
          </p:cNvPr>
          <p:cNvSpPr>
            <a:spLocks xmlns:a="http://schemas.openxmlformats.org/drawingml/2006/main" noGrp="1"/>
          </p:cNvSpPr>
          <p:nvPr/>
        </p:nvSpPr>
        <p:spPr>
          <a:xfrm xmlns:a="http://schemas.openxmlformats.org/drawingml/2006/main">
            <a:off x="49530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1" name="text-zn2q8p">
            <a:extLst xmlns:a="http://schemas.openxmlformats.org/drawingml/2006/main">
              <a:ext uri="{FF2B5EF4-FFF2-40B4-BE49-F238E27FC236}">
                <a16:creationId xmlns:a16="http://schemas.microsoft.com/office/drawing/2014/main" id="{FDE1E54C-67A6-4E38-9E11-DE38AAEC2E1F}"/>
              </a:ext>
            </a:extLst>
          </p:cNvPr>
          <p:cNvSpPr>
            <a:spLocks xmlns:a="http://schemas.openxmlformats.org/drawingml/2006/main" noGrp="1"/>
          </p:cNvSpPr>
          <p:nvPr/>
        </p:nvSpPr>
        <p:spPr>
          <a:xfrm xmlns:a="http://schemas.openxmlformats.org/drawingml/2006/main">
            <a:off x="93345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修正</a:t>
            </a:r>
          </a:p>
        </p:txBody>
      </p:sp>
      <p:sp>
        <p:nvSpPr>
          <p:cNvPr id="12" name="text-a92tsm">
            <a:extLst xmlns:a="http://schemas.openxmlformats.org/drawingml/2006/main">
              <a:ext uri="{FF2B5EF4-FFF2-40B4-BE49-F238E27FC236}">
                <a16:creationId xmlns:a16="http://schemas.microsoft.com/office/drawing/2014/main" id="{EDC1783C-E098-4576-9F82-9C68BF147813}"/>
              </a:ext>
            </a:extLst>
          </p:cNvPr>
          <p:cNvSpPr>
            <a:spLocks xmlns:a="http://schemas.openxmlformats.org/drawingml/2006/main" noGrp="1"/>
          </p:cNvSpPr>
          <p:nvPr/>
        </p:nvSpPr>
        <p:spPr>
          <a:xfrm xmlns:a="http://schemas.openxmlformats.org/drawingml/2006/main">
            <a:off x="51435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依頼内容を選択</a:t>
            </a:r>
          </a:p>
        </p:txBody>
      </p:sp>
      <p:sp>
        <p:nvSpPr>
          <p:cNvPr id="13" name="">
            <a:extLst xmlns:a="http://schemas.openxmlformats.org/drawingml/2006/main">
              <a:ext uri="{FF2B5EF4-FFF2-40B4-BE49-F238E27FC236}">
                <a16:creationId xmlns:a16="http://schemas.microsoft.com/office/drawing/2014/main" id="{A54B0CE7-D6CD-4016-BB76-D0383BF76505}"/>
              </a:ext>
            </a:extLst>
          </p:cNvPr>
          <p:cNvSpPr>
            <a:spLocks xmlns:a="http://schemas.openxmlformats.org/drawingml/2006/main" noGrp="1"/>
          </p:cNvSpPr>
          <p:nvPr/>
        </p:nvSpPr>
        <p:spPr>
          <a:xfrm xmlns:a="http://schemas.openxmlformats.org/drawingml/2006/main">
            <a:off x="2695575"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3E905E35-50D8-40E6-9622-FBC087E53896}"/>
              </a:ext>
            </a:extLst>
          </p:cNvPr>
          <p:cNvSpPr>
            <a:spLocks xmlns:a="http://schemas.openxmlformats.org/drawingml/2006/main" noGrp="1"/>
          </p:cNvSpPr>
          <p:nvPr/>
        </p:nvSpPr>
        <p:spPr>
          <a:xfrm xmlns:a="http://schemas.openxmlformats.org/drawingml/2006/main">
            <a:off x="2847975"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5" name="text-zypqs2">
            <a:extLst xmlns:a="http://schemas.openxmlformats.org/drawingml/2006/main">
              <a:ext uri="{FF2B5EF4-FFF2-40B4-BE49-F238E27FC236}">
                <a16:creationId xmlns:a16="http://schemas.microsoft.com/office/drawing/2014/main" id="{A459851D-1B82-4DB8-834E-F8849C532092}"/>
              </a:ext>
            </a:extLst>
          </p:cNvPr>
          <p:cNvSpPr>
            <a:spLocks xmlns:a="http://schemas.openxmlformats.org/drawingml/2006/main" noGrp="1"/>
          </p:cNvSpPr>
          <p:nvPr/>
        </p:nvSpPr>
        <p:spPr>
          <a:xfrm xmlns:a="http://schemas.openxmlformats.org/drawingml/2006/main">
            <a:off x="3286125"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自治体</a:t>
            </a:r>
          </a:p>
        </p:txBody>
      </p:sp>
      <p:sp>
        <p:nvSpPr>
          <p:cNvPr id="16" name="text-5dxjl7">
            <a:extLst xmlns:a="http://schemas.openxmlformats.org/drawingml/2006/main">
              <a:ext uri="{FF2B5EF4-FFF2-40B4-BE49-F238E27FC236}">
                <a16:creationId xmlns:a16="http://schemas.microsoft.com/office/drawing/2014/main" id="{E4CACC5F-A575-438D-AA8C-6CC3AEF9329E}"/>
              </a:ext>
            </a:extLst>
          </p:cNvPr>
          <p:cNvSpPr>
            <a:spLocks xmlns:a="http://schemas.openxmlformats.org/drawingml/2006/main" noGrp="1"/>
          </p:cNvSpPr>
          <p:nvPr/>
        </p:nvSpPr>
        <p:spPr>
          <a:xfrm xmlns:a="http://schemas.openxmlformats.org/drawingml/2006/main">
            <a:off x="286702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対象マスタを切替</a:t>
            </a:r>
          </a:p>
        </p:txBody>
      </p:sp>
      <p:sp>
        <p:nvSpPr>
          <p:cNvPr id="17" name="">
            <a:extLst xmlns:a="http://schemas.openxmlformats.org/drawingml/2006/main">
              <a:ext uri="{FF2B5EF4-FFF2-40B4-BE49-F238E27FC236}">
                <a16:creationId xmlns:a16="http://schemas.microsoft.com/office/drawing/2014/main" id="{407D3D37-633B-4D45-B6D6-CB0C71E1781A}"/>
              </a:ext>
            </a:extLst>
          </p:cNvPr>
          <p:cNvSpPr>
            <a:spLocks xmlns:a="http://schemas.openxmlformats.org/drawingml/2006/main" noGrp="1"/>
          </p:cNvSpPr>
          <p:nvPr/>
        </p:nvSpPr>
        <p:spPr>
          <a:xfrm xmlns:a="http://schemas.openxmlformats.org/drawingml/2006/main">
            <a:off x="504825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DC99ADE5-3996-4BA1-B23C-9EB8484A2854}"/>
              </a:ext>
            </a:extLst>
          </p:cNvPr>
          <p:cNvSpPr>
            <a:spLocks xmlns:a="http://schemas.openxmlformats.org/drawingml/2006/main" noGrp="1"/>
          </p:cNvSpPr>
          <p:nvPr/>
        </p:nvSpPr>
        <p:spPr>
          <a:xfrm xmlns:a="http://schemas.openxmlformats.org/drawingml/2006/main">
            <a:off x="520065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9" name="text-l4uz8e">
            <a:extLst xmlns:a="http://schemas.openxmlformats.org/drawingml/2006/main">
              <a:ext uri="{FF2B5EF4-FFF2-40B4-BE49-F238E27FC236}">
                <a16:creationId xmlns:a16="http://schemas.microsoft.com/office/drawing/2014/main" id="{0DFCD5F5-9BB3-40AE-A71E-559FA7C65139}"/>
              </a:ext>
            </a:extLst>
          </p:cNvPr>
          <p:cNvSpPr>
            <a:spLocks xmlns:a="http://schemas.openxmlformats.org/drawingml/2006/main" noGrp="1"/>
          </p:cNvSpPr>
          <p:nvPr/>
        </p:nvSpPr>
        <p:spPr>
          <a:xfrm xmlns:a="http://schemas.openxmlformats.org/drawingml/2006/main">
            <a:off x="563880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事業者</a:t>
            </a:r>
          </a:p>
        </p:txBody>
      </p:sp>
      <p:sp>
        <p:nvSpPr>
          <p:cNvPr id="20" name="text-om1d65">
            <a:extLst xmlns:a="http://schemas.openxmlformats.org/drawingml/2006/main">
              <a:ext uri="{FF2B5EF4-FFF2-40B4-BE49-F238E27FC236}">
                <a16:creationId xmlns:a16="http://schemas.microsoft.com/office/drawing/2014/main" id="{35EE1C61-4470-4EFA-9E0C-334A95D0E0CB}"/>
              </a:ext>
            </a:extLst>
          </p:cNvPr>
          <p:cNvSpPr>
            <a:spLocks xmlns:a="http://schemas.openxmlformats.org/drawingml/2006/main" noGrp="1"/>
          </p:cNvSpPr>
          <p:nvPr/>
        </p:nvSpPr>
        <p:spPr>
          <a:xfrm xmlns:a="http://schemas.openxmlformats.org/drawingml/2006/main">
            <a:off x="521970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商品候補を絞る</a:t>
            </a:r>
          </a:p>
        </p:txBody>
      </p:sp>
      <p:sp>
        <p:nvSpPr>
          <p:cNvPr id="21" name="">
            <a:extLst xmlns:a="http://schemas.openxmlformats.org/drawingml/2006/main">
              <a:ext uri="{FF2B5EF4-FFF2-40B4-BE49-F238E27FC236}">
                <a16:creationId xmlns:a16="http://schemas.microsoft.com/office/drawing/2014/main" id="{609F920A-27A4-4C7B-AF87-AF23A2CFE931}"/>
              </a:ext>
            </a:extLst>
          </p:cNvPr>
          <p:cNvSpPr>
            <a:spLocks xmlns:a="http://schemas.openxmlformats.org/drawingml/2006/main" noGrp="1"/>
          </p:cNvSpPr>
          <p:nvPr/>
        </p:nvSpPr>
        <p:spPr>
          <a:xfrm xmlns:a="http://schemas.openxmlformats.org/drawingml/2006/main">
            <a:off x="7400925"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65B843DB-038E-4E54-9045-7D5742984916}"/>
              </a:ext>
            </a:extLst>
          </p:cNvPr>
          <p:cNvSpPr>
            <a:spLocks xmlns:a="http://schemas.openxmlformats.org/drawingml/2006/main" noGrp="1"/>
          </p:cNvSpPr>
          <p:nvPr/>
        </p:nvSpPr>
        <p:spPr>
          <a:xfrm xmlns:a="http://schemas.openxmlformats.org/drawingml/2006/main">
            <a:off x="7553325"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3" name="text-wa7z0v">
            <a:extLst xmlns:a="http://schemas.openxmlformats.org/drawingml/2006/main">
              <a:ext uri="{FF2B5EF4-FFF2-40B4-BE49-F238E27FC236}">
                <a16:creationId xmlns:a16="http://schemas.microsoft.com/office/drawing/2014/main" id="{06E55B1F-B688-4DE5-A70B-F0A0112C5C88}"/>
              </a:ext>
            </a:extLst>
          </p:cNvPr>
          <p:cNvSpPr>
            <a:spLocks xmlns:a="http://schemas.openxmlformats.org/drawingml/2006/main" noGrp="1"/>
          </p:cNvSpPr>
          <p:nvPr/>
        </p:nvSpPr>
        <p:spPr>
          <a:xfrm xmlns:a="http://schemas.openxmlformats.org/drawingml/2006/main">
            <a:off x="7991475"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商品</a:t>
            </a:r>
          </a:p>
        </p:txBody>
      </p:sp>
      <p:sp>
        <p:nvSpPr>
          <p:cNvPr id="24" name="text-1hr7mj">
            <a:extLst xmlns:a="http://schemas.openxmlformats.org/drawingml/2006/main">
              <a:ext uri="{FF2B5EF4-FFF2-40B4-BE49-F238E27FC236}">
                <a16:creationId xmlns:a16="http://schemas.microsoft.com/office/drawing/2014/main" id="{F2E66909-02EA-41C9-953F-E6CE4D7CC599}"/>
              </a:ext>
            </a:extLst>
          </p:cNvPr>
          <p:cNvSpPr>
            <a:spLocks xmlns:a="http://schemas.openxmlformats.org/drawingml/2006/main" noGrp="1"/>
          </p:cNvSpPr>
          <p:nvPr/>
        </p:nvSpPr>
        <p:spPr>
          <a:xfrm xmlns:a="http://schemas.openxmlformats.org/drawingml/2006/main">
            <a:off x="757237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複数選択も可</a:t>
            </a:r>
          </a:p>
        </p:txBody>
      </p:sp>
      <p:sp>
        <p:nvSpPr>
          <p:cNvPr id="25" name="">
            <a:extLst xmlns:a="http://schemas.openxmlformats.org/drawingml/2006/main">
              <a:ext uri="{FF2B5EF4-FFF2-40B4-BE49-F238E27FC236}">
                <a16:creationId xmlns:a16="http://schemas.microsoft.com/office/drawing/2014/main" id="{AF3A6DA5-F3C0-4651-B9B5-9BB016CE6005}"/>
              </a:ext>
            </a:extLst>
          </p:cNvPr>
          <p:cNvSpPr>
            <a:spLocks xmlns:a="http://schemas.openxmlformats.org/drawingml/2006/main" noGrp="1"/>
          </p:cNvSpPr>
          <p:nvPr/>
        </p:nvSpPr>
        <p:spPr>
          <a:xfrm xmlns:a="http://schemas.openxmlformats.org/drawingml/2006/main">
            <a:off x="975360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365A4D89-A048-4950-B7C3-B9EF0BD15A77}"/>
              </a:ext>
            </a:extLst>
          </p:cNvPr>
          <p:cNvSpPr>
            <a:spLocks xmlns:a="http://schemas.openxmlformats.org/drawingml/2006/main" noGrp="1"/>
          </p:cNvSpPr>
          <p:nvPr/>
        </p:nvSpPr>
        <p:spPr>
          <a:xfrm xmlns:a="http://schemas.openxmlformats.org/drawingml/2006/main">
            <a:off x="990600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7" name="text-uu8kwo">
            <a:extLst xmlns:a="http://schemas.openxmlformats.org/drawingml/2006/main">
              <a:ext uri="{FF2B5EF4-FFF2-40B4-BE49-F238E27FC236}">
                <a16:creationId xmlns:a16="http://schemas.microsoft.com/office/drawing/2014/main" id="{D265AC58-C207-4152-8D4F-6E49A3357D22}"/>
              </a:ext>
            </a:extLst>
          </p:cNvPr>
          <p:cNvSpPr>
            <a:spLocks xmlns:a="http://schemas.openxmlformats.org/drawingml/2006/main" noGrp="1"/>
          </p:cNvSpPr>
          <p:nvPr/>
        </p:nvSpPr>
        <p:spPr>
          <a:xfrm xmlns:a="http://schemas.openxmlformats.org/drawingml/2006/main">
            <a:off x="1034415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修正種別</a:t>
            </a:r>
          </a:p>
        </p:txBody>
      </p:sp>
      <p:sp>
        <p:nvSpPr>
          <p:cNvPr id="28" name="text-ki8gck">
            <a:extLst xmlns:a="http://schemas.openxmlformats.org/drawingml/2006/main">
              <a:ext uri="{FF2B5EF4-FFF2-40B4-BE49-F238E27FC236}">
                <a16:creationId xmlns:a16="http://schemas.microsoft.com/office/drawing/2014/main" id="{7099404C-AFB0-493B-98DE-22F4A5161BB3}"/>
              </a:ext>
            </a:extLst>
          </p:cNvPr>
          <p:cNvSpPr>
            <a:spLocks xmlns:a="http://schemas.openxmlformats.org/drawingml/2006/main" noGrp="1"/>
          </p:cNvSpPr>
          <p:nvPr/>
        </p:nvSpPr>
        <p:spPr>
          <a:xfrm xmlns:a="http://schemas.openxmlformats.org/drawingml/2006/main">
            <a:off x="992505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入力欄が自動表示</a:t>
            </a:r>
          </a:p>
        </p:txBody>
      </p:sp>
      <p:sp>
        <p:nvSpPr>
          <p:cNvPr id="29" name="">
            <a:extLst xmlns:a="http://schemas.openxmlformats.org/drawingml/2006/main">
              <a:ext uri="{FF2B5EF4-FFF2-40B4-BE49-F238E27FC236}">
                <a16:creationId xmlns:a16="http://schemas.microsoft.com/office/drawing/2014/main" id="{10102B10-F20F-4324-8454-1055E67A4390}"/>
              </a:ext>
            </a:extLst>
          </p:cNvPr>
          <p:cNvSpPr>
            <a:spLocks xmlns:a="http://schemas.openxmlformats.org/drawingml/2006/main" noGrp="1"/>
          </p:cNvSpPr>
          <p:nvPr/>
        </p:nvSpPr>
        <p:spPr>
          <a:xfrm xmlns:a="http://schemas.openxmlformats.org/drawingml/2006/main">
            <a:off x="704850" y="3714750"/>
            <a:ext cx="10782300" cy="1638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5lblka">
            <a:extLst xmlns:a="http://schemas.openxmlformats.org/drawingml/2006/main">
              <a:ext uri="{FF2B5EF4-FFF2-40B4-BE49-F238E27FC236}">
                <a16:creationId xmlns:a16="http://schemas.microsoft.com/office/drawing/2014/main" id="{6D0599E3-BFC9-45D4-8095-27176B331BAC}"/>
              </a:ext>
            </a:extLst>
          </p:cNvPr>
          <p:cNvSpPr>
            <a:spLocks xmlns:a="http://schemas.openxmlformats.org/drawingml/2006/main" noGrp="1"/>
          </p:cNvSpPr>
          <p:nvPr/>
        </p:nvSpPr>
        <p:spPr>
          <a:xfrm xmlns:a="http://schemas.openxmlformats.org/drawingml/2006/main">
            <a:off x="914400" y="3867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F1720"/>
                </a:solidFill>
              </a:defRPr>
            </a:pPr>
            <a:r>
              <a:rPr sz="1575" b="1">
                <a:solidFill>
                  <a:srgbClr val="0F1720"/>
                </a:solidFill>
              </a:rPr>
              <a:t>入力の基本</a:t>
            </a:r>
          </a:p>
        </p:txBody>
      </p:sp>
      <p:sp>
        <p:nvSpPr>
          <p:cNvPr id="31" name="">
            <a:extLst xmlns:a="http://schemas.openxmlformats.org/drawingml/2006/main">
              <a:ext uri="{FF2B5EF4-FFF2-40B4-BE49-F238E27FC236}">
                <a16:creationId xmlns:a16="http://schemas.microsoft.com/office/drawing/2014/main" id="{33A4208B-4EE8-40B7-9B67-33963CBA5E0D}"/>
              </a:ext>
            </a:extLst>
          </p:cNvPr>
          <p:cNvSpPr>
            <a:spLocks xmlns:a="http://schemas.openxmlformats.org/drawingml/2006/main" noGrp="1"/>
          </p:cNvSpPr>
          <p:nvPr/>
        </p:nvSpPr>
        <p:spPr>
          <a:xfrm xmlns:a="http://schemas.openxmlformats.org/drawingml/2006/main">
            <a:off x="914400" y="437197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32" name="text-w95dcl">
            <a:extLst xmlns:a="http://schemas.openxmlformats.org/drawingml/2006/main">
              <a:ext uri="{FF2B5EF4-FFF2-40B4-BE49-F238E27FC236}">
                <a16:creationId xmlns:a16="http://schemas.microsoft.com/office/drawing/2014/main" id="{1B3D8D72-B634-4689-8430-1221D65ECA74}"/>
              </a:ext>
            </a:extLst>
          </p:cNvPr>
          <p:cNvSpPr>
            <a:spLocks xmlns:a="http://schemas.openxmlformats.org/drawingml/2006/main" noGrp="1"/>
          </p:cNvSpPr>
          <p:nvPr/>
        </p:nvSpPr>
        <p:spPr>
          <a:xfrm xmlns:a="http://schemas.openxmlformats.org/drawingml/2006/main">
            <a:off x="1123950" y="4267200"/>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2項目以上をまとめる場合は「複合的な修正」</a:t>
            </a:r>
          </a:p>
        </p:txBody>
      </p:sp>
      <p:sp>
        <p:nvSpPr>
          <p:cNvPr id="33" name="">
            <a:extLst xmlns:a="http://schemas.openxmlformats.org/drawingml/2006/main">
              <a:ext uri="{FF2B5EF4-FFF2-40B4-BE49-F238E27FC236}">
                <a16:creationId xmlns:a16="http://schemas.microsoft.com/office/drawing/2014/main" id="{5279A153-EFD2-4D83-A955-EB285C9289CA}"/>
              </a:ext>
            </a:extLst>
          </p:cNvPr>
          <p:cNvSpPr>
            <a:spLocks xmlns:a="http://schemas.openxmlformats.org/drawingml/2006/main" noGrp="1"/>
          </p:cNvSpPr>
          <p:nvPr/>
        </p:nvSpPr>
        <p:spPr>
          <a:xfrm xmlns:a="http://schemas.openxmlformats.org/drawingml/2006/main">
            <a:off x="6153150" y="43719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34" name="text-8s0tqj">
            <a:extLst xmlns:a="http://schemas.openxmlformats.org/drawingml/2006/main">
              <a:ext uri="{FF2B5EF4-FFF2-40B4-BE49-F238E27FC236}">
                <a16:creationId xmlns:a16="http://schemas.microsoft.com/office/drawing/2014/main" id="{8CFD85D4-8474-4237-B2C6-89F918F682AB}"/>
              </a:ext>
            </a:extLst>
          </p:cNvPr>
          <p:cNvSpPr>
            <a:spLocks xmlns:a="http://schemas.openxmlformats.org/drawingml/2006/main" noGrp="1"/>
          </p:cNvSpPr>
          <p:nvPr/>
        </p:nvSpPr>
        <p:spPr>
          <a:xfrm xmlns:a="http://schemas.openxmlformats.org/drawingml/2006/main">
            <a:off x="6362700" y="42672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現在公開中だけ確認するときは絞り込みをON</a:t>
            </a:r>
          </a:p>
        </p:txBody>
      </p:sp>
      <p:sp>
        <p:nvSpPr>
          <p:cNvPr id="35" name="">
            <a:extLst xmlns:a="http://schemas.openxmlformats.org/drawingml/2006/main">
              <a:ext uri="{FF2B5EF4-FFF2-40B4-BE49-F238E27FC236}">
                <a16:creationId xmlns:a16="http://schemas.microsoft.com/office/drawing/2014/main" id="{36474909-59FF-4527-8C09-888923E87627}"/>
              </a:ext>
            </a:extLst>
          </p:cNvPr>
          <p:cNvSpPr>
            <a:spLocks xmlns:a="http://schemas.openxmlformats.org/drawingml/2006/main" noGrp="1"/>
          </p:cNvSpPr>
          <p:nvPr/>
        </p:nvSpPr>
        <p:spPr>
          <a:xfrm xmlns:a="http://schemas.openxmlformats.org/drawingml/2006/main">
            <a:off x="914400" y="47910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36" name="text-z5usyo">
            <a:extLst xmlns:a="http://schemas.openxmlformats.org/drawingml/2006/main">
              <a:ext uri="{FF2B5EF4-FFF2-40B4-BE49-F238E27FC236}">
                <a16:creationId xmlns:a16="http://schemas.microsoft.com/office/drawing/2014/main" id="{6746ECED-8623-4C65-A2EA-A25A0FD53A0E}"/>
              </a:ext>
            </a:extLst>
          </p:cNvPr>
          <p:cNvSpPr>
            <a:spLocks xmlns:a="http://schemas.openxmlformats.org/drawingml/2006/main" noGrp="1"/>
          </p:cNvSpPr>
          <p:nvPr/>
        </p:nvSpPr>
        <p:spPr>
          <a:xfrm xmlns:a="http://schemas.openxmlformats.org/drawingml/2006/main">
            <a:off x="1123950" y="4686300"/>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温度帯・アレルギーも変更項目一覧から選択</a:t>
            </a:r>
          </a:p>
        </p:txBody>
      </p:sp>
      <p:sp>
        <p:nvSpPr>
          <p:cNvPr id="37" name="">
            <a:extLst xmlns:a="http://schemas.openxmlformats.org/drawingml/2006/main">
              <a:ext uri="{FF2B5EF4-FFF2-40B4-BE49-F238E27FC236}">
                <a16:creationId xmlns:a16="http://schemas.microsoft.com/office/drawing/2014/main" id="{A6216FF2-4DDE-41FA-9150-71BD0A7F6EA7}"/>
              </a:ext>
            </a:extLst>
          </p:cNvPr>
          <p:cNvSpPr>
            <a:spLocks xmlns:a="http://schemas.openxmlformats.org/drawingml/2006/main" noGrp="1"/>
          </p:cNvSpPr>
          <p:nvPr/>
        </p:nvSpPr>
        <p:spPr>
          <a:xfrm xmlns:a="http://schemas.openxmlformats.org/drawingml/2006/main">
            <a:off x="6153150" y="47910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38" name="text-bd7w30">
            <a:extLst xmlns:a="http://schemas.openxmlformats.org/drawingml/2006/main">
              <a:ext uri="{FF2B5EF4-FFF2-40B4-BE49-F238E27FC236}">
                <a16:creationId xmlns:a16="http://schemas.microsoft.com/office/drawing/2014/main" id="{FA621343-795C-47CC-B7B6-59026959DE38}"/>
              </a:ext>
            </a:extLst>
          </p:cNvPr>
          <p:cNvSpPr>
            <a:spLocks xmlns:a="http://schemas.openxmlformats.org/drawingml/2006/main" noGrp="1"/>
          </p:cNvSpPr>
          <p:nvPr/>
        </p:nvSpPr>
        <p:spPr>
          <a:xfrm xmlns:a="http://schemas.openxmlformats.org/drawingml/2006/main">
            <a:off x="6362700" y="46863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入力後は「選択した変更を明細に追加」を押す</a:t>
            </a:r>
          </a:p>
        </p:txBody>
      </p:sp>
      <p:sp>
        <p:nvSpPr>
          <p:cNvPr id="39" name="text-2uv741">
            <a:extLst xmlns:a="http://schemas.openxmlformats.org/drawingml/2006/main">
              <a:ext uri="{FF2B5EF4-FFF2-40B4-BE49-F238E27FC236}">
                <a16:creationId xmlns:a16="http://schemas.microsoft.com/office/drawing/2014/main" id="{821EAE17-FA7B-45E0-8CF4-EA0887AB000D}"/>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07</a:t>
            </a:r>
          </a:p>
        </p:txBody>
      </p:sp>
    </p:spTree>
    <p:extLst>
      <p:ext uri="{BB962C8B-B14F-4D97-AF65-F5344CB8AC3E}">
        <p14:creationId xmlns:p14="http://schemas.microsoft.com/office/powerpoint/2010/main" val="14255138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ssffkm">
            <a:extLst xmlns:a="http://schemas.openxmlformats.org/drawingml/2006/main">
              <a:ext uri="{FF2B5EF4-FFF2-40B4-BE49-F238E27FC236}">
                <a16:creationId xmlns:a16="http://schemas.microsoft.com/office/drawing/2014/main" id="{7F4E9D3C-285E-4B7C-BC66-75DFF066B3EC}"/>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07 / PRODUCT SELECTION</a:t>
            </a:r>
          </a:p>
        </p:txBody>
      </p:sp>
      <p:sp>
        <p:nvSpPr>
          <p:cNvPr id="2" name="text-xt005b">
            <a:extLst xmlns:a="http://schemas.openxmlformats.org/drawingml/2006/main">
              <a:ext uri="{FF2B5EF4-FFF2-40B4-BE49-F238E27FC236}">
                <a16:creationId xmlns:a16="http://schemas.microsoft.com/office/drawing/2014/main" id="{D5CD8823-8F18-472A-9254-E1EF0FBCDA87}"/>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自治体 → 事業者 → 商品の順に選ぶ</a:t>
            </a:r>
          </a:p>
        </p:txBody>
      </p:sp>
      <p:sp>
        <p:nvSpPr>
          <p:cNvPr id="3" name="text-a5yw1e">
            <a:extLst xmlns:a="http://schemas.openxmlformats.org/drawingml/2006/main">
              <a:ext uri="{FF2B5EF4-FFF2-40B4-BE49-F238E27FC236}">
                <a16:creationId xmlns:a16="http://schemas.microsoft.com/office/drawing/2014/main" id="{80DEDFF0-577E-4FC5-824F-5C0950B3A360}"/>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公開中のみをONにすると、表示有無が1の商品と、その商品を持つ事業者だけに絞られます。</a:t>
            </a:r>
          </a:p>
        </p:txBody>
      </p:sp>
      <p:sp>
        <p:nvSpPr>
          <p:cNvPr id="4" name="">
            <a:extLst xmlns:a="http://schemas.openxmlformats.org/drawingml/2006/main">
              <a:ext uri="{FF2B5EF4-FFF2-40B4-BE49-F238E27FC236}">
                <a16:creationId xmlns:a16="http://schemas.microsoft.com/office/drawing/2014/main" id="{FCBCAB3D-8E10-4A77-92FE-1BE9F7AB8C7E}"/>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698e57fe52b4dc7"/>
          <a:srcRect xmlns:a="http://schemas.openxmlformats.org/drawingml/2006/main" l="4327" t="0" r="4327" b="0"/>
          <a:stretch xmlns:a="http://schemas.openxmlformats.org/drawingml/2006/main">
            <a:fillRect l="0" t="0" r="0" b="0"/>
          </a:stretch>
        </p:blipFill>
        <p:spPr>
          <a:xfrm xmlns:a="http://schemas.openxmlformats.org/drawingml/2006/main">
            <a:off x="590550" y="1695450"/>
            <a:ext cx="7239000" cy="4457700"/>
          </a:xfrm>
          <a:prstGeom xmlns:a="http://schemas.openxmlformats.org/drawingml/2006/main" prst="roundRect">
            <a:avLst>
              <a:gd name="adj" fmla="val 2564"/>
            </a:avLst>
          </a:prstGeom>
        </p:spPr>
      </p:pic>
      <p:sp>
        <p:nvSpPr>
          <p:cNvPr id="6" name="">
            <a:extLst xmlns:a="http://schemas.openxmlformats.org/drawingml/2006/main">
              <a:ext uri="{FF2B5EF4-FFF2-40B4-BE49-F238E27FC236}">
                <a16:creationId xmlns:a16="http://schemas.microsoft.com/office/drawing/2014/main" id="{6A6E9324-7D9D-48F0-96EF-96B540C527CA}"/>
              </a:ext>
            </a:extLst>
          </p:cNvPr>
          <p:cNvSpPr>
            <a:spLocks xmlns:a="http://schemas.openxmlformats.org/drawingml/2006/main" noGrp="1"/>
          </p:cNvSpPr>
          <p:nvPr/>
        </p:nvSpPr>
        <p:spPr>
          <a:xfrm xmlns:a="http://schemas.openxmlformats.org/drawingml/2006/main">
            <a:off x="8096250" y="186690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8C4A052D-0250-4625-A239-A55ADFB64A99}"/>
              </a:ext>
            </a:extLst>
          </p:cNvPr>
          <p:cNvSpPr>
            <a:spLocks xmlns:a="http://schemas.openxmlformats.org/drawingml/2006/main" noGrp="1"/>
          </p:cNvSpPr>
          <p:nvPr/>
        </p:nvSpPr>
        <p:spPr>
          <a:xfrm xmlns:a="http://schemas.openxmlformats.org/drawingml/2006/main">
            <a:off x="8553450" y="1838325"/>
            <a:ext cx="28956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8" name="text-temr44">
            <a:extLst xmlns:a="http://schemas.openxmlformats.org/drawingml/2006/main">
              <a:ext uri="{FF2B5EF4-FFF2-40B4-BE49-F238E27FC236}">
                <a16:creationId xmlns:a16="http://schemas.microsoft.com/office/drawing/2014/main" id="{C1A88D34-3124-42F3-8118-DC3801ACE2F6}"/>
              </a:ext>
            </a:extLst>
          </p:cNvPr>
          <p:cNvSpPr>
            <a:spLocks xmlns:a="http://schemas.openxmlformats.org/drawingml/2006/main" noGrp="1"/>
          </p:cNvSpPr>
          <p:nvPr/>
        </p:nvSpPr>
        <p:spPr>
          <a:xfrm xmlns:a="http://schemas.openxmlformats.org/drawingml/2006/main">
            <a:off x="8667750" y="1857375"/>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現在公開中のみ（任意）</a:t>
            </a:r>
          </a:p>
        </p:txBody>
      </p:sp>
      <p:sp>
        <p:nvSpPr>
          <p:cNvPr id="9" name="">
            <a:extLst xmlns:a="http://schemas.openxmlformats.org/drawingml/2006/main">
              <a:ext uri="{FF2B5EF4-FFF2-40B4-BE49-F238E27FC236}">
                <a16:creationId xmlns:a16="http://schemas.microsoft.com/office/drawing/2014/main" id="{6ADA5625-C30B-4CC8-99BE-84BD614151E4}"/>
              </a:ext>
            </a:extLst>
          </p:cNvPr>
          <p:cNvSpPr>
            <a:spLocks xmlns:a="http://schemas.openxmlformats.org/drawingml/2006/main" noGrp="1"/>
          </p:cNvSpPr>
          <p:nvPr/>
        </p:nvSpPr>
        <p:spPr>
          <a:xfrm xmlns:a="http://schemas.openxmlformats.org/drawingml/2006/main">
            <a:off x="8096250" y="26289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3E9CBBEC-494E-4EE7-955B-6D023AFA4767}"/>
              </a:ext>
            </a:extLst>
          </p:cNvPr>
          <p:cNvSpPr>
            <a:spLocks xmlns:a="http://schemas.openxmlformats.org/drawingml/2006/main" noGrp="1"/>
          </p:cNvSpPr>
          <p:nvPr/>
        </p:nvSpPr>
        <p:spPr>
          <a:xfrm xmlns:a="http://schemas.openxmlformats.org/drawingml/2006/main">
            <a:off x="8553450" y="2600325"/>
            <a:ext cx="28956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11" name="text-77t33n">
            <a:extLst xmlns:a="http://schemas.openxmlformats.org/drawingml/2006/main">
              <a:ext uri="{FF2B5EF4-FFF2-40B4-BE49-F238E27FC236}">
                <a16:creationId xmlns:a16="http://schemas.microsoft.com/office/drawing/2014/main" id="{4985D97C-1CFD-4B29-956D-563D1D2E3BE0}"/>
              </a:ext>
            </a:extLst>
          </p:cNvPr>
          <p:cNvSpPr>
            <a:spLocks xmlns:a="http://schemas.openxmlformats.org/drawingml/2006/main" noGrp="1"/>
          </p:cNvSpPr>
          <p:nvPr/>
        </p:nvSpPr>
        <p:spPr>
          <a:xfrm xmlns:a="http://schemas.openxmlformats.org/drawingml/2006/main">
            <a:off x="8667750" y="2619375"/>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事業者</a:t>
            </a:r>
          </a:p>
        </p:txBody>
      </p:sp>
      <p:sp>
        <p:nvSpPr>
          <p:cNvPr id="12" name="">
            <a:extLst xmlns:a="http://schemas.openxmlformats.org/drawingml/2006/main">
              <a:ext uri="{FF2B5EF4-FFF2-40B4-BE49-F238E27FC236}">
                <a16:creationId xmlns:a16="http://schemas.microsoft.com/office/drawing/2014/main" id="{5F6250FE-FE93-40FA-A565-F7769F1D9ADB}"/>
              </a:ext>
            </a:extLst>
          </p:cNvPr>
          <p:cNvSpPr>
            <a:spLocks xmlns:a="http://schemas.openxmlformats.org/drawingml/2006/main" noGrp="1"/>
          </p:cNvSpPr>
          <p:nvPr/>
        </p:nvSpPr>
        <p:spPr>
          <a:xfrm xmlns:a="http://schemas.openxmlformats.org/drawingml/2006/main">
            <a:off x="8096250" y="339090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B175207E-67FC-4B40-B69D-BC5F79EEA291}"/>
              </a:ext>
            </a:extLst>
          </p:cNvPr>
          <p:cNvSpPr>
            <a:spLocks xmlns:a="http://schemas.openxmlformats.org/drawingml/2006/main" noGrp="1"/>
          </p:cNvSpPr>
          <p:nvPr/>
        </p:nvSpPr>
        <p:spPr>
          <a:xfrm xmlns:a="http://schemas.openxmlformats.org/drawingml/2006/main">
            <a:off x="8553450" y="3362325"/>
            <a:ext cx="28956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A7690B"/>
            </a:solidFill>
            <a:prstDash val="solid"/>
          </a:ln>
        </p:spPr>
      </p:sp>
      <p:sp>
        <p:nvSpPr>
          <p:cNvPr id="14" name="text-ux2vgr">
            <a:extLst xmlns:a="http://schemas.openxmlformats.org/drawingml/2006/main">
              <a:ext uri="{FF2B5EF4-FFF2-40B4-BE49-F238E27FC236}">
                <a16:creationId xmlns:a16="http://schemas.microsoft.com/office/drawing/2014/main" id="{33638024-BF18-45B7-A226-FCBCFFC29051}"/>
              </a:ext>
            </a:extLst>
          </p:cNvPr>
          <p:cNvSpPr>
            <a:spLocks xmlns:a="http://schemas.openxmlformats.org/drawingml/2006/main" noGrp="1"/>
          </p:cNvSpPr>
          <p:nvPr/>
        </p:nvSpPr>
        <p:spPr>
          <a:xfrm xmlns:a="http://schemas.openxmlformats.org/drawingml/2006/main">
            <a:off x="8667750" y="3381375"/>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商品名／品番で検索</a:t>
            </a:r>
          </a:p>
        </p:txBody>
      </p:sp>
      <p:sp>
        <p:nvSpPr>
          <p:cNvPr id="15" name="">
            <a:extLst xmlns:a="http://schemas.openxmlformats.org/drawingml/2006/main">
              <a:ext uri="{FF2B5EF4-FFF2-40B4-BE49-F238E27FC236}">
                <a16:creationId xmlns:a16="http://schemas.microsoft.com/office/drawing/2014/main" id="{763847BA-CBD4-4502-9D5E-F64A9FEC6EB3}"/>
              </a:ext>
            </a:extLst>
          </p:cNvPr>
          <p:cNvSpPr>
            <a:spLocks xmlns:a="http://schemas.openxmlformats.org/drawingml/2006/main" noGrp="1"/>
          </p:cNvSpPr>
          <p:nvPr/>
        </p:nvSpPr>
        <p:spPr>
          <a:xfrm xmlns:a="http://schemas.openxmlformats.org/drawingml/2006/main">
            <a:off x="8096250" y="4229100"/>
            <a:ext cx="3181350" cy="1447800"/>
          </a:xfrm>
          <a:prstGeom xmlns:a="http://schemas.openxmlformats.org/drawingml/2006/main" prst="rect">
            <a:avLst/>
          </a:prstGeom>
          <a:solidFill xmlns:a="http://schemas.openxmlformats.org/drawingml/2006/main">
            <a:srgbClr val="EAF6FC"/>
          </a:solidFill>
          <a:ln xmlns:a="http://schemas.openxmlformats.org/drawingml/2006/main" w="9525">
            <a:solidFill>
              <a:srgbClr val="6DCBF4"/>
            </a:solidFill>
            <a:prstDash val="solid"/>
          </a:ln>
        </p:spPr>
      </p:sp>
      <p:sp>
        <p:nvSpPr>
          <p:cNvPr id="16" name="text-tg2fkq">
            <a:extLst xmlns:a="http://schemas.openxmlformats.org/drawingml/2006/main">
              <a:ext uri="{FF2B5EF4-FFF2-40B4-BE49-F238E27FC236}">
                <a16:creationId xmlns:a16="http://schemas.microsoft.com/office/drawing/2014/main" id="{B7E3C8F2-8669-4623-AC78-0313674F26E3}"/>
              </a:ext>
            </a:extLst>
          </p:cNvPr>
          <p:cNvSpPr>
            <a:spLocks xmlns:a="http://schemas.openxmlformats.org/drawingml/2006/main" noGrp="1"/>
          </p:cNvSpPr>
          <p:nvPr/>
        </p:nvSpPr>
        <p:spPr>
          <a:xfrm xmlns:a="http://schemas.openxmlformats.org/drawingml/2006/main">
            <a:off x="8286750" y="43624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3D8DFF"/>
                </a:solidFill>
              </a:defRPr>
            </a:pPr>
            <a:r>
              <a:rPr sz="1350" b="1">
                <a:solidFill>
                  <a:srgbClr val="3D8DFF"/>
                </a:solidFill>
              </a:rPr>
              <a:t>複数商品を選ぶと</a:t>
            </a:r>
          </a:p>
        </p:txBody>
      </p:sp>
      <p:sp>
        <p:nvSpPr>
          <p:cNvPr id="17" name="text-5gy246">
            <a:extLst xmlns:a="http://schemas.openxmlformats.org/drawingml/2006/main">
              <a:ext uri="{FF2B5EF4-FFF2-40B4-BE49-F238E27FC236}">
                <a16:creationId xmlns:a16="http://schemas.microsoft.com/office/drawing/2014/main" id="{FAB5B4CC-7D47-4CF5-84C3-F83912723027}"/>
              </a:ext>
            </a:extLst>
          </p:cNvPr>
          <p:cNvSpPr>
            <a:spLocks xmlns:a="http://schemas.openxmlformats.org/drawingml/2006/main" noGrp="1"/>
          </p:cNvSpPr>
          <p:nvPr/>
        </p:nvSpPr>
        <p:spPr>
          <a:xfrm xmlns:a="http://schemas.openxmlformats.org/drawingml/2006/main">
            <a:off x="8286750" y="4705350"/>
            <a:ext cx="272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商品ごとに明細とBacklogの比較表が作成されます。関係ない商品は選びません。</a:t>
            </a:r>
          </a:p>
        </p:txBody>
      </p:sp>
      <p:sp>
        <p:nvSpPr>
          <p:cNvPr id="18" name="text-2d8cyt">
            <a:extLst xmlns:a="http://schemas.openxmlformats.org/drawingml/2006/main">
              <a:ext uri="{FF2B5EF4-FFF2-40B4-BE49-F238E27FC236}">
                <a16:creationId xmlns:a16="http://schemas.microsoft.com/office/drawing/2014/main" id="{C7DF278F-B813-4055-8687-A1071E4EC1DB}"/>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08</a:t>
            </a:r>
          </a:p>
        </p:txBody>
      </p:sp>
    </p:spTree>
    <p:extLst>
      <p:ext uri="{BB962C8B-B14F-4D97-AF65-F5344CB8AC3E}">
        <p14:creationId xmlns:p14="http://schemas.microsoft.com/office/powerpoint/2010/main" val="2864866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ext-ayxl8o">
            <a:extLst xmlns:a="http://schemas.openxmlformats.org/drawingml/2006/main">
              <a:ext uri="{FF2B5EF4-FFF2-40B4-BE49-F238E27FC236}">
                <a16:creationId xmlns:a16="http://schemas.microsoft.com/office/drawing/2014/main" id="{4C44E591-427B-4514-8A90-744ED75143BC}"/>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08 / CORRECTION TYPES</a:t>
            </a:r>
          </a:p>
        </p:txBody>
      </p:sp>
      <p:sp>
        <p:nvSpPr>
          <p:cNvPr id="2" name="text-x4feug">
            <a:extLst xmlns:a="http://schemas.openxmlformats.org/drawingml/2006/main">
              <a:ext uri="{FF2B5EF4-FFF2-40B4-BE49-F238E27FC236}">
                <a16:creationId xmlns:a16="http://schemas.microsoft.com/office/drawing/2014/main" id="{0D823529-AA96-4D4F-BC89-4CF8F4FFA345}"/>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修正種別で入力欄が変わる</a:t>
            </a:r>
          </a:p>
        </p:txBody>
      </p:sp>
      <p:sp>
        <p:nvSpPr>
          <p:cNvPr id="3" name="text-7cztv5">
            <a:extLst xmlns:a="http://schemas.openxmlformats.org/drawingml/2006/main">
              <a:ext uri="{FF2B5EF4-FFF2-40B4-BE49-F238E27FC236}">
                <a16:creationId xmlns:a16="http://schemas.microsoft.com/office/drawing/2014/main" id="{77560380-D56C-45EC-8D8E-7C45DD65BF1D}"/>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目的に合う専用種別を使うと、Backlogの内容も簡潔になります。</a:t>
            </a:r>
          </a:p>
        </p:txBody>
      </p:sp>
      <p:sp>
        <p:nvSpPr>
          <p:cNvPr id="4" name="">
            <a:extLst xmlns:a="http://schemas.openxmlformats.org/drawingml/2006/main">
              <a:ext uri="{FF2B5EF4-FFF2-40B4-BE49-F238E27FC236}">
                <a16:creationId xmlns:a16="http://schemas.microsoft.com/office/drawing/2014/main" id="{4F2214BB-3E19-417B-9E08-216D4FA06AA0}"/>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E159169-D450-4859-AEAD-8C2160C9B0ED}"/>
              </a:ext>
            </a:extLst>
          </p:cNvPr>
          <p:cNvSpPr>
            <a:spLocks xmlns:a="http://schemas.openxmlformats.org/drawingml/2006/main" noGrp="1"/>
          </p:cNvSpPr>
          <p:nvPr/>
        </p:nvSpPr>
        <p:spPr>
          <a:xfrm xmlns:a="http://schemas.openxmlformats.org/drawingml/2006/main">
            <a:off x="609600" y="1676400"/>
            <a:ext cx="2571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rqfd8z">
            <a:extLst xmlns:a="http://schemas.openxmlformats.org/drawingml/2006/main">
              <a:ext uri="{FF2B5EF4-FFF2-40B4-BE49-F238E27FC236}">
                <a16:creationId xmlns:a16="http://schemas.microsoft.com/office/drawing/2014/main" id="{B42F98BD-E81F-4ABD-B471-CC05024F4448}"/>
              </a:ext>
            </a:extLst>
          </p:cNvPr>
          <p:cNvSpPr>
            <a:spLocks xmlns:a="http://schemas.openxmlformats.org/drawingml/2006/main" noGrp="1"/>
          </p:cNvSpPr>
          <p:nvPr/>
        </p:nvSpPr>
        <p:spPr>
          <a:xfrm xmlns:a="http://schemas.openxmlformats.org/drawingml/2006/main">
            <a:off x="685800" y="167640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修正種別</a:t>
            </a:r>
          </a:p>
        </p:txBody>
      </p:sp>
      <p:sp>
        <p:nvSpPr>
          <p:cNvPr id="7" name="">
            <a:extLst xmlns:a="http://schemas.openxmlformats.org/drawingml/2006/main">
              <a:ext uri="{FF2B5EF4-FFF2-40B4-BE49-F238E27FC236}">
                <a16:creationId xmlns:a16="http://schemas.microsoft.com/office/drawing/2014/main" id="{B40755FB-21AB-45EA-93B3-E7D1719A2DDC}"/>
              </a:ext>
            </a:extLst>
          </p:cNvPr>
          <p:cNvSpPr>
            <a:spLocks xmlns:a="http://schemas.openxmlformats.org/drawingml/2006/main" noGrp="1"/>
          </p:cNvSpPr>
          <p:nvPr/>
        </p:nvSpPr>
        <p:spPr>
          <a:xfrm xmlns:a="http://schemas.openxmlformats.org/drawingml/2006/main">
            <a:off x="3181350" y="1676400"/>
            <a:ext cx="4095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5i3fq8">
            <a:extLst xmlns:a="http://schemas.openxmlformats.org/drawingml/2006/main">
              <a:ext uri="{FF2B5EF4-FFF2-40B4-BE49-F238E27FC236}">
                <a16:creationId xmlns:a16="http://schemas.microsoft.com/office/drawing/2014/main" id="{EC63F80C-6FB6-4254-B9FA-096FEBE51660}"/>
              </a:ext>
            </a:extLst>
          </p:cNvPr>
          <p:cNvSpPr>
            <a:spLocks xmlns:a="http://schemas.openxmlformats.org/drawingml/2006/main" noGrp="1"/>
          </p:cNvSpPr>
          <p:nvPr/>
        </p:nvSpPr>
        <p:spPr>
          <a:xfrm xmlns:a="http://schemas.openxmlformats.org/drawingml/2006/main">
            <a:off x="3257550" y="1676400"/>
            <a:ext cx="3943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入力するもの</a:t>
            </a:r>
          </a:p>
        </p:txBody>
      </p:sp>
      <p:sp>
        <p:nvSpPr>
          <p:cNvPr id="9" name="">
            <a:extLst xmlns:a="http://schemas.openxmlformats.org/drawingml/2006/main">
              <a:ext uri="{FF2B5EF4-FFF2-40B4-BE49-F238E27FC236}">
                <a16:creationId xmlns:a16="http://schemas.microsoft.com/office/drawing/2014/main" id="{B7B61164-F981-4CF6-BE0A-B8104319C9C2}"/>
              </a:ext>
            </a:extLst>
          </p:cNvPr>
          <p:cNvSpPr>
            <a:spLocks xmlns:a="http://schemas.openxmlformats.org/drawingml/2006/main" noGrp="1"/>
          </p:cNvSpPr>
          <p:nvPr/>
        </p:nvSpPr>
        <p:spPr>
          <a:xfrm xmlns:a="http://schemas.openxmlformats.org/drawingml/2006/main">
            <a:off x="7277100" y="1676400"/>
            <a:ext cx="43053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52ywt1">
            <a:extLst xmlns:a="http://schemas.openxmlformats.org/drawingml/2006/main">
              <a:ext uri="{FF2B5EF4-FFF2-40B4-BE49-F238E27FC236}">
                <a16:creationId xmlns:a16="http://schemas.microsoft.com/office/drawing/2014/main" id="{67BAC845-DC97-4AF2-81B3-BD4D6499781F}"/>
              </a:ext>
            </a:extLst>
          </p:cNvPr>
          <p:cNvSpPr>
            <a:spLocks xmlns:a="http://schemas.openxmlformats.org/drawingml/2006/main" noGrp="1"/>
          </p:cNvSpPr>
          <p:nvPr/>
        </p:nvSpPr>
        <p:spPr>
          <a:xfrm xmlns:a="http://schemas.openxmlformats.org/drawingml/2006/main">
            <a:off x="7353300" y="167640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運用ポイント</a:t>
            </a:r>
          </a:p>
        </p:txBody>
      </p:sp>
      <p:sp>
        <p:nvSpPr>
          <p:cNvPr id="11" name="">
            <a:extLst xmlns:a="http://schemas.openxmlformats.org/drawingml/2006/main">
              <a:ext uri="{FF2B5EF4-FFF2-40B4-BE49-F238E27FC236}">
                <a16:creationId xmlns:a16="http://schemas.microsoft.com/office/drawing/2014/main" id="{D13BCC61-B526-4BB8-AA43-0BBC04903B9E}"/>
              </a:ext>
            </a:extLst>
          </p:cNvPr>
          <p:cNvSpPr>
            <a:spLocks xmlns:a="http://schemas.openxmlformats.org/drawingml/2006/main" noGrp="1"/>
          </p:cNvSpPr>
          <p:nvPr/>
        </p:nvSpPr>
        <p:spPr>
          <a:xfrm xmlns:a="http://schemas.openxmlformats.org/drawingml/2006/main">
            <a:off x="609600" y="2038350"/>
            <a:ext cx="2571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gtvdws">
            <a:extLst xmlns:a="http://schemas.openxmlformats.org/drawingml/2006/main">
              <a:ext uri="{FF2B5EF4-FFF2-40B4-BE49-F238E27FC236}">
                <a16:creationId xmlns:a16="http://schemas.microsoft.com/office/drawing/2014/main" id="{37EF43DE-76BF-463E-A388-D65CBAF54D62}"/>
              </a:ext>
            </a:extLst>
          </p:cNvPr>
          <p:cNvSpPr>
            <a:spLocks xmlns:a="http://schemas.openxmlformats.org/drawingml/2006/main" noGrp="1"/>
          </p:cNvSpPr>
          <p:nvPr/>
        </p:nvSpPr>
        <p:spPr>
          <a:xfrm xmlns:a="http://schemas.openxmlformats.org/drawingml/2006/main">
            <a:off x="685800" y="2066925"/>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複合的な修正</a:t>
            </a:r>
          </a:p>
        </p:txBody>
      </p:sp>
      <p:sp>
        <p:nvSpPr>
          <p:cNvPr id="13" name="">
            <a:extLst xmlns:a="http://schemas.openxmlformats.org/drawingml/2006/main">
              <a:ext uri="{FF2B5EF4-FFF2-40B4-BE49-F238E27FC236}">
                <a16:creationId xmlns:a16="http://schemas.microsoft.com/office/drawing/2014/main" id="{FB96531A-02BD-41EA-9482-E957836DCE7F}"/>
              </a:ext>
            </a:extLst>
          </p:cNvPr>
          <p:cNvSpPr>
            <a:spLocks xmlns:a="http://schemas.openxmlformats.org/drawingml/2006/main" noGrp="1"/>
          </p:cNvSpPr>
          <p:nvPr/>
        </p:nvSpPr>
        <p:spPr>
          <a:xfrm xmlns:a="http://schemas.openxmlformats.org/drawingml/2006/main">
            <a:off x="3181350" y="2038350"/>
            <a:ext cx="4095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1qe2vg">
            <a:extLst xmlns:a="http://schemas.openxmlformats.org/drawingml/2006/main">
              <a:ext uri="{FF2B5EF4-FFF2-40B4-BE49-F238E27FC236}">
                <a16:creationId xmlns:a16="http://schemas.microsoft.com/office/drawing/2014/main" id="{9B24E21F-6F08-43BA-80EB-DD90A6999DDD}"/>
              </a:ext>
            </a:extLst>
          </p:cNvPr>
          <p:cNvSpPr>
            <a:spLocks xmlns:a="http://schemas.openxmlformats.org/drawingml/2006/main" noGrp="1"/>
          </p:cNvSpPr>
          <p:nvPr/>
        </p:nvSpPr>
        <p:spPr>
          <a:xfrm xmlns:a="http://schemas.openxmlformats.org/drawingml/2006/main">
            <a:off x="3257550" y="2066925"/>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変更項目を複数選択</a:t>
            </a:r>
          </a:p>
        </p:txBody>
      </p:sp>
      <p:sp>
        <p:nvSpPr>
          <p:cNvPr id="15" name="">
            <a:extLst xmlns:a="http://schemas.openxmlformats.org/drawingml/2006/main">
              <a:ext uri="{FF2B5EF4-FFF2-40B4-BE49-F238E27FC236}">
                <a16:creationId xmlns:a16="http://schemas.microsoft.com/office/drawing/2014/main" id="{4A1BFA69-E305-40EC-830E-BE3F250CB725}"/>
              </a:ext>
            </a:extLst>
          </p:cNvPr>
          <p:cNvSpPr>
            <a:spLocks xmlns:a="http://schemas.openxmlformats.org/drawingml/2006/main" noGrp="1"/>
          </p:cNvSpPr>
          <p:nvPr/>
        </p:nvSpPr>
        <p:spPr>
          <a:xfrm xmlns:a="http://schemas.openxmlformats.org/drawingml/2006/main">
            <a:off x="7277100" y="2038350"/>
            <a:ext cx="43053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juuuip">
            <a:extLst xmlns:a="http://schemas.openxmlformats.org/drawingml/2006/main">
              <a:ext uri="{FF2B5EF4-FFF2-40B4-BE49-F238E27FC236}">
                <a16:creationId xmlns:a16="http://schemas.microsoft.com/office/drawing/2014/main" id="{88DB9615-AF39-4905-B81F-135C988AD05A}"/>
              </a:ext>
            </a:extLst>
          </p:cNvPr>
          <p:cNvSpPr>
            <a:spLocks xmlns:a="http://schemas.openxmlformats.org/drawingml/2006/main" noGrp="1"/>
          </p:cNvSpPr>
          <p:nvPr/>
        </p:nvSpPr>
        <p:spPr>
          <a:xfrm xmlns:a="http://schemas.openxmlformats.org/drawingml/2006/main">
            <a:off x="7353300" y="2066925"/>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2か所以上の修正向け</a:t>
            </a:r>
          </a:p>
        </p:txBody>
      </p:sp>
      <p:sp>
        <p:nvSpPr>
          <p:cNvPr id="17" name="">
            <a:extLst xmlns:a="http://schemas.openxmlformats.org/drawingml/2006/main">
              <a:ext uri="{FF2B5EF4-FFF2-40B4-BE49-F238E27FC236}">
                <a16:creationId xmlns:a16="http://schemas.microsoft.com/office/drawing/2014/main" id="{5D3CCC74-FAEC-4EDD-8AE2-B0F18CA012AF}"/>
              </a:ext>
            </a:extLst>
          </p:cNvPr>
          <p:cNvSpPr>
            <a:spLocks xmlns:a="http://schemas.openxmlformats.org/drawingml/2006/main" noGrp="1"/>
          </p:cNvSpPr>
          <p:nvPr/>
        </p:nvSpPr>
        <p:spPr>
          <a:xfrm xmlns:a="http://schemas.openxmlformats.org/drawingml/2006/main">
            <a:off x="609600" y="2466975"/>
            <a:ext cx="2571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ylkpzi">
            <a:extLst xmlns:a="http://schemas.openxmlformats.org/drawingml/2006/main">
              <a:ext uri="{FF2B5EF4-FFF2-40B4-BE49-F238E27FC236}">
                <a16:creationId xmlns:a16="http://schemas.microsoft.com/office/drawing/2014/main" id="{3D4EBE39-0F0F-4DF9-A686-DAB90A269062}"/>
              </a:ext>
            </a:extLst>
          </p:cNvPr>
          <p:cNvSpPr>
            <a:spLocks xmlns:a="http://schemas.openxmlformats.org/drawingml/2006/main" noGrp="1"/>
          </p:cNvSpPr>
          <p:nvPr/>
        </p:nvSpPr>
        <p:spPr>
          <a:xfrm xmlns:a="http://schemas.openxmlformats.org/drawingml/2006/main">
            <a:off x="685800" y="2495550"/>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寄附額（商品代変更アリ）</a:t>
            </a:r>
          </a:p>
        </p:txBody>
      </p:sp>
      <p:sp>
        <p:nvSpPr>
          <p:cNvPr id="19" name="">
            <a:extLst xmlns:a="http://schemas.openxmlformats.org/drawingml/2006/main">
              <a:ext uri="{FF2B5EF4-FFF2-40B4-BE49-F238E27FC236}">
                <a16:creationId xmlns:a16="http://schemas.microsoft.com/office/drawing/2014/main" id="{99F11998-28AF-4DE7-A260-2FCCAB593493}"/>
              </a:ext>
            </a:extLst>
          </p:cNvPr>
          <p:cNvSpPr>
            <a:spLocks xmlns:a="http://schemas.openxmlformats.org/drawingml/2006/main" noGrp="1"/>
          </p:cNvSpPr>
          <p:nvPr/>
        </p:nvSpPr>
        <p:spPr>
          <a:xfrm xmlns:a="http://schemas.openxmlformats.org/drawingml/2006/main">
            <a:off x="3181350" y="2466975"/>
            <a:ext cx="4095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w4c4rw">
            <a:extLst xmlns:a="http://schemas.openxmlformats.org/drawingml/2006/main">
              <a:ext uri="{FF2B5EF4-FFF2-40B4-BE49-F238E27FC236}">
                <a16:creationId xmlns:a16="http://schemas.microsoft.com/office/drawing/2014/main" id="{FD0B6521-AA6C-4907-AAAB-DB95477D965C}"/>
              </a:ext>
            </a:extLst>
          </p:cNvPr>
          <p:cNvSpPr>
            <a:spLocks xmlns:a="http://schemas.openxmlformats.org/drawingml/2006/main" noGrp="1"/>
          </p:cNvSpPr>
          <p:nvPr/>
        </p:nvSpPr>
        <p:spPr>
          <a:xfrm xmlns:a="http://schemas.openxmlformats.org/drawingml/2006/main">
            <a:off x="3257550" y="2495550"/>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寄附額・商品代・品番方法</a:t>
            </a:r>
          </a:p>
        </p:txBody>
      </p:sp>
      <p:sp>
        <p:nvSpPr>
          <p:cNvPr id="21" name="">
            <a:extLst xmlns:a="http://schemas.openxmlformats.org/drawingml/2006/main">
              <a:ext uri="{FF2B5EF4-FFF2-40B4-BE49-F238E27FC236}">
                <a16:creationId xmlns:a16="http://schemas.microsoft.com/office/drawing/2014/main" id="{5023B32D-4A3B-4741-BBE3-C32F5912C512}"/>
              </a:ext>
            </a:extLst>
          </p:cNvPr>
          <p:cNvSpPr>
            <a:spLocks xmlns:a="http://schemas.openxmlformats.org/drawingml/2006/main" noGrp="1"/>
          </p:cNvSpPr>
          <p:nvPr/>
        </p:nvSpPr>
        <p:spPr>
          <a:xfrm xmlns:a="http://schemas.openxmlformats.org/drawingml/2006/main">
            <a:off x="7277100" y="2466975"/>
            <a:ext cx="430530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n1g3yr">
            <a:extLst xmlns:a="http://schemas.openxmlformats.org/drawingml/2006/main">
              <a:ext uri="{FF2B5EF4-FFF2-40B4-BE49-F238E27FC236}">
                <a16:creationId xmlns:a16="http://schemas.microsoft.com/office/drawing/2014/main" id="{97F7D336-9D96-43AE-B9FB-BC2768004CA6}"/>
              </a:ext>
            </a:extLst>
          </p:cNvPr>
          <p:cNvSpPr>
            <a:spLocks xmlns:a="http://schemas.openxmlformats.org/drawingml/2006/main" noGrp="1"/>
          </p:cNvSpPr>
          <p:nvPr/>
        </p:nvSpPr>
        <p:spPr>
          <a:xfrm xmlns:a="http://schemas.openxmlformats.org/drawingml/2006/main">
            <a:off x="7353300" y="2495550"/>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商品代入力が必須</a:t>
            </a:r>
          </a:p>
        </p:txBody>
      </p:sp>
      <p:sp>
        <p:nvSpPr>
          <p:cNvPr id="23" name="">
            <a:extLst xmlns:a="http://schemas.openxmlformats.org/drawingml/2006/main">
              <a:ext uri="{FF2B5EF4-FFF2-40B4-BE49-F238E27FC236}">
                <a16:creationId xmlns:a16="http://schemas.microsoft.com/office/drawing/2014/main" id="{E2150685-9D78-469B-AF98-04EB0BB1887A}"/>
              </a:ext>
            </a:extLst>
          </p:cNvPr>
          <p:cNvSpPr>
            <a:spLocks xmlns:a="http://schemas.openxmlformats.org/drawingml/2006/main" noGrp="1"/>
          </p:cNvSpPr>
          <p:nvPr/>
        </p:nvSpPr>
        <p:spPr>
          <a:xfrm xmlns:a="http://schemas.openxmlformats.org/drawingml/2006/main">
            <a:off x="609600" y="2895600"/>
            <a:ext cx="2571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hii0o0">
            <a:extLst xmlns:a="http://schemas.openxmlformats.org/drawingml/2006/main">
              <a:ext uri="{FF2B5EF4-FFF2-40B4-BE49-F238E27FC236}">
                <a16:creationId xmlns:a16="http://schemas.microsoft.com/office/drawing/2014/main" id="{88962537-ABFF-4789-84A2-5E3DD4D1FB82}"/>
              </a:ext>
            </a:extLst>
          </p:cNvPr>
          <p:cNvSpPr>
            <a:spLocks xmlns:a="http://schemas.openxmlformats.org/drawingml/2006/main" noGrp="1"/>
          </p:cNvSpPr>
          <p:nvPr/>
        </p:nvSpPr>
        <p:spPr>
          <a:xfrm xmlns:a="http://schemas.openxmlformats.org/drawingml/2006/main">
            <a:off x="685800" y="2924175"/>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寄附額（商品代変更ナシ）</a:t>
            </a:r>
          </a:p>
        </p:txBody>
      </p:sp>
      <p:sp>
        <p:nvSpPr>
          <p:cNvPr id="25" name="">
            <a:extLst xmlns:a="http://schemas.openxmlformats.org/drawingml/2006/main">
              <a:ext uri="{FF2B5EF4-FFF2-40B4-BE49-F238E27FC236}">
                <a16:creationId xmlns:a16="http://schemas.microsoft.com/office/drawing/2014/main" id="{6292F800-4BC8-4D56-8549-9C05642F1C8D}"/>
              </a:ext>
            </a:extLst>
          </p:cNvPr>
          <p:cNvSpPr>
            <a:spLocks xmlns:a="http://schemas.openxmlformats.org/drawingml/2006/main" noGrp="1"/>
          </p:cNvSpPr>
          <p:nvPr/>
        </p:nvSpPr>
        <p:spPr>
          <a:xfrm xmlns:a="http://schemas.openxmlformats.org/drawingml/2006/main">
            <a:off x="3181350" y="2895600"/>
            <a:ext cx="4095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d2g2yu">
            <a:extLst xmlns:a="http://schemas.openxmlformats.org/drawingml/2006/main">
              <a:ext uri="{FF2B5EF4-FFF2-40B4-BE49-F238E27FC236}">
                <a16:creationId xmlns:a16="http://schemas.microsoft.com/office/drawing/2014/main" id="{2EB5D3E9-0B20-4CDF-9C6F-9EA372469CF5}"/>
              </a:ext>
            </a:extLst>
          </p:cNvPr>
          <p:cNvSpPr>
            <a:spLocks xmlns:a="http://schemas.openxmlformats.org/drawingml/2006/main" noGrp="1"/>
          </p:cNvSpPr>
          <p:nvPr/>
        </p:nvSpPr>
        <p:spPr>
          <a:xfrm xmlns:a="http://schemas.openxmlformats.org/drawingml/2006/main">
            <a:off x="3257550" y="2924175"/>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寄附額・品番方法</a:t>
            </a:r>
          </a:p>
        </p:txBody>
      </p:sp>
      <p:sp>
        <p:nvSpPr>
          <p:cNvPr id="27" name="">
            <a:extLst xmlns:a="http://schemas.openxmlformats.org/drawingml/2006/main">
              <a:ext uri="{FF2B5EF4-FFF2-40B4-BE49-F238E27FC236}">
                <a16:creationId xmlns:a16="http://schemas.microsoft.com/office/drawing/2014/main" id="{2FDAA242-7CBA-4D0E-831B-8600D691A3A1}"/>
              </a:ext>
            </a:extLst>
          </p:cNvPr>
          <p:cNvSpPr>
            <a:spLocks xmlns:a="http://schemas.openxmlformats.org/drawingml/2006/main" noGrp="1"/>
          </p:cNvSpPr>
          <p:nvPr/>
        </p:nvSpPr>
        <p:spPr>
          <a:xfrm xmlns:a="http://schemas.openxmlformats.org/drawingml/2006/main">
            <a:off x="7277100" y="2895600"/>
            <a:ext cx="43053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1k6tyu">
            <a:extLst xmlns:a="http://schemas.openxmlformats.org/drawingml/2006/main">
              <a:ext uri="{FF2B5EF4-FFF2-40B4-BE49-F238E27FC236}">
                <a16:creationId xmlns:a16="http://schemas.microsoft.com/office/drawing/2014/main" id="{74317261-F98B-4259-92F8-0865B64C72C6}"/>
              </a:ext>
            </a:extLst>
          </p:cNvPr>
          <p:cNvSpPr>
            <a:spLocks xmlns:a="http://schemas.openxmlformats.org/drawingml/2006/main" noGrp="1"/>
          </p:cNvSpPr>
          <p:nvPr/>
        </p:nvSpPr>
        <p:spPr>
          <a:xfrm xmlns:a="http://schemas.openxmlformats.org/drawingml/2006/main">
            <a:off x="7353300" y="2924175"/>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商品代欄は表示しない</a:t>
            </a:r>
          </a:p>
        </p:txBody>
      </p:sp>
      <p:sp>
        <p:nvSpPr>
          <p:cNvPr id="29" name="">
            <a:extLst xmlns:a="http://schemas.openxmlformats.org/drawingml/2006/main">
              <a:ext uri="{FF2B5EF4-FFF2-40B4-BE49-F238E27FC236}">
                <a16:creationId xmlns:a16="http://schemas.microsoft.com/office/drawing/2014/main" id="{A702A4A2-6C51-4638-A341-D60B57DF38EF}"/>
              </a:ext>
            </a:extLst>
          </p:cNvPr>
          <p:cNvSpPr>
            <a:spLocks xmlns:a="http://schemas.openxmlformats.org/drawingml/2006/main" noGrp="1"/>
          </p:cNvSpPr>
          <p:nvPr/>
        </p:nvSpPr>
        <p:spPr>
          <a:xfrm xmlns:a="http://schemas.openxmlformats.org/drawingml/2006/main">
            <a:off x="609600" y="3324225"/>
            <a:ext cx="2571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2j0x3x">
            <a:extLst xmlns:a="http://schemas.openxmlformats.org/drawingml/2006/main">
              <a:ext uri="{FF2B5EF4-FFF2-40B4-BE49-F238E27FC236}">
                <a16:creationId xmlns:a16="http://schemas.microsoft.com/office/drawing/2014/main" id="{E6836DB0-5FAD-4DB3-B707-706703B429ED}"/>
              </a:ext>
            </a:extLst>
          </p:cNvPr>
          <p:cNvSpPr>
            <a:spLocks xmlns:a="http://schemas.openxmlformats.org/drawingml/2006/main" noGrp="1"/>
          </p:cNvSpPr>
          <p:nvPr/>
        </p:nvSpPr>
        <p:spPr>
          <a:xfrm xmlns:a="http://schemas.openxmlformats.org/drawingml/2006/main">
            <a:off x="685800" y="3352800"/>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在庫数変更</a:t>
            </a:r>
          </a:p>
        </p:txBody>
      </p:sp>
      <p:sp>
        <p:nvSpPr>
          <p:cNvPr id="31" name="">
            <a:extLst xmlns:a="http://schemas.openxmlformats.org/drawingml/2006/main">
              <a:ext uri="{FF2B5EF4-FFF2-40B4-BE49-F238E27FC236}">
                <a16:creationId xmlns:a16="http://schemas.microsoft.com/office/drawing/2014/main" id="{B6E8A182-A57D-4E02-8658-0FFFA2694158}"/>
              </a:ext>
            </a:extLst>
          </p:cNvPr>
          <p:cNvSpPr>
            <a:spLocks xmlns:a="http://schemas.openxmlformats.org/drawingml/2006/main" noGrp="1"/>
          </p:cNvSpPr>
          <p:nvPr/>
        </p:nvSpPr>
        <p:spPr>
          <a:xfrm xmlns:a="http://schemas.openxmlformats.org/drawingml/2006/main">
            <a:off x="3181350" y="3324225"/>
            <a:ext cx="4095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8h67wr">
            <a:extLst xmlns:a="http://schemas.openxmlformats.org/drawingml/2006/main">
              <a:ext uri="{FF2B5EF4-FFF2-40B4-BE49-F238E27FC236}">
                <a16:creationId xmlns:a16="http://schemas.microsoft.com/office/drawing/2014/main" id="{B0D40273-5749-4F9E-B64D-F7740F97CC3D}"/>
              </a:ext>
            </a:extLst>
          </p:cNvPr>
          <p:cNvSpPr>
            <a:spLocks xmlns:a="http://schemas.openxmlformats.org/drawingml/2006/main" noGrp="1"/>
          </p:cNvSpPr>
          <p:nvPr/>
        </p:nvSpPr>
        <p:spPr>
          <a:xfrm xmlns:a="http://schemas.openxmlformats.org/drawingml/2006/main">
            <a:off x="3257550" y="3352800"/>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変更後在庫／無制限</a:t>
            </a:r>
          </a:p>
        </p:txBody>
      </p:sp>
      <p:sp>
        <p:nvSpPr>
          <p:cNvPr id="33" name="">
            <a:extLst xmlns:a="http://schemas.openxmlformats.org/drawingml/2006/main">
              <a:ext uri="{FF2B5EF4-FFF2-40B4-BE49-F238E27FC236}">
                <a16:creationId xmlns:a16="http://schemas.microsoft.com/office/drawing/2014/main" id="{A9C8ADF8-1620-4DB8-9695-015A245A071F}"/>
              </a:ext>
            </a:extLst>
          </p:cNvPr>
          <p:cNvSpPr>
            <a:spLocks xmlns:a="http://schemas.openxmlformats.org/drawingml/2006/main" noGrp="1"/>
          </p:cNvSpPr>
          <p:nvPr/>
        </p:nvSpPr>
        <p:spPr>
          <a:xfrm xmlns:a="http://schemas.openxmlformats.org/drawingml/2006/main">
            <a:off x="7277100" y="3324225"/>
            <a:ext cx="430530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zfmil2">
            <a:extLst xmlns:a="http://schemas.openxmlformats.org/drawingml/2006/main">
              <a:ext uri="{FF2B5EF4-FFF2-40B4-BE49-F238E27FC236}">
                <a16:creationId xmlns:a16="http://schemas.microsoft.com/office/drawing/2014/main" id="{05620295-0434-40B9-AC0A-0D0C9F96BF49}"/>
              </a:ext>
            </a:extLst>
          </p:cNvPr>
          <p:cNvSpPr>
            <a:spLocks xmlns:a="http://schemas.openxmlformats.org/drawingml/2006/main" noGrp="1"/>
          </p:cNvSpPr>
          <p:nvPr/>
        </p:nvSpPr>
        <p:spPr>
          <a:xfrm xmlns:a="http://schemas.openxmlformats.org/drawingml/2006/main">
            <a:off x="7353300" y="3352800"/>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期限日は原則当日</a:t>
            </a:r>
          </a:p>
        </p:txBody>
      </p:sp>
      <p:sp>
        <p:nvSpPr>
          <p:cNvPr id="35" name="">
            <a:extLst xmlns:a="http://schemas.openxmlformats.org/drawingml/2006/main">
              <a:ext uri="{FF2B5EF4-FFF2-40B4-BE49-F238E27FC236}">
                <a16:creationId xmlns:a16="http://schemas.microsoft.com/office/drawing/2014/main" id="{C9B472FC-57AB-4832-95C7-CCB6BE9E9118}"/>
              </a:ext>
            </a:extLst>
          </p:cNvPr>
          <p:cNvSpPr>
            <a:spLocks xmlns:a="http://schemas.openxmlformats.org/drawingml/2006/main" noGrp="1"/>
          </p:cNvSpPr>
          <p:nvPr/>
        </p:nvSpPr>
        <p:spPr>
          <a:xfrm xmlns:a="http://schemas.openxmlformats.org/drawingml/2006/main">
            <a:off x="609600" y="3752850"/>
            <a:ext cx="2571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ubavee">
            <a:extLst xmlns:a="http://schemas.openxmlformats.org/drawingml/2006/main">
              <a:ext uri="{FF2B5EF4-FFF2-40B4-BE49-F238E27FC236}">
                <a16:creationId xmlns:a16="http://schemas.microsoft.com/office/drawing/2014/main" id="{CD97B4A6-1F0F-42E6-B386-F9718EDFEE7E}"/>
              </a:ext>
            </a:extLst>
          </p:cNvPr>
          <p:cNvSpPr>
            <a:spLocks xmlns:a="http://schemas.openxmlformats.org/drawingml/2006/main" noGrp="1"/>
          </p:cNvSpPr>
          <p:nvPr/>
        </p:nvSpPr>
        <p:spPr>
          <a:xfrm xmlns:a="http://schemas.openxmlformats.org/drawingml/2006/main">
            <a:off x="685800" y="3781425"/>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表示・非表示切り替え</a:t>
            </a:r>
          </a:p>
        </p:txBody>
      </p:sp>
      <p:sp>
        <p:nvSpPr>
          <p:cNvPr id="37" name="">
            <a:extLst xmlns:a="http://schemas.openxmlformats.org/drawingml/2006/main">
              <a:ext uri="{FF2B5EF4-FFF2-40B4-BE49-F238E27FC236}">
                <a16:creationId xmlns:a16="http://schemas.microsoft.com/office/drawing/2014/main" id="{79436E0E-52FD-441D-B9FF-A1B123B918C1}"/>
              </a:ext>
            </a:extLst>
          </p:cNvPr>
          <p:cNvSpPr>
            <a:spLocks xmlns:a="http://schemas.openxmlformats.org/drawingml/2006/main" noGrp="1"/>
          </p:cNvSpPr>
          <p:nvPr/>
        </p:nvSpPr>
        <p:spPr>
          <a:xfrm xmlns:a="http://schemas.openxmlformats.org/drawingml/2006/main">
            <a:off x="3181350" y="3752850"/>
            <a:ext cx="4095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7s6mdg">
            <a:extLst xmlns:a="http://schemas.openxmlformats.org/drawingml/2006/main">
              <a:ext uri="{FF2B5EF4-FFF2-40B4-BE49-F238E27FC236}">
                <a16:creationId xmlns:a16="http://schemas.microsoft.com/office/drawing/2014/main" id="{CABA263C-8E1B-488D-9B3D-FF1486FF5904}"/>
              </a:ext>
            </a:extLst>
          </p:cNvPr>
          <p:cNvSpPr>
            <a:spLocks xmlns:a="http://schemas.openxmlformats.org/drawingml/2006/main" noGrp="1"/>
          </p:cNvSpPr>
          <p:nvPr/>
        </p:nvSpPr>
        <p:spPr>
          <a:xfrm xmlns:a="http://schemas.openxmlformats.org/drawingml/2006/main">
            <a:off x="3257550" y="3781425"/>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表示／非表示</a:t>
            </a:r>
          </a:p>
        </p:txBody>
      </p:sp>
      <p:sp>
        <p:nvSpPr>
          <p:cNvPr id="39" name="">
            <a:extLst xmlns:a="http://schemas.openxmlformats.org/drawingml/2006/main">
              <a:ext uri="{FF2B5EF4-FFF2-40B4-BE49-F238E27FC236}">
                <a16:creationId xmlns:a16="http://schemas.microsoft.com/office/drawing/2014/main" id="{61CBB66C-46D6-4EA2-9845-A4EC828E6D6D}"/>
              </a:ext>
            </a:extLst>
          </p:cNvPr>
          <p:cNvSpPr>
            <a:spLocks xmlns:a="http://schemas.openxmlformats.org/drawingml/2006/main" noGrp="1"/>
          </p:cNvSpPr>
          <p:nvPr/>
        </p:nvSpPr>
        <p:spPr>
          <a:xfrm xmlns:a="http://schemas.openxmlformats.org/drawingml/2006/main">
            <a:off x="7277100" y="3752850"/>
            <a:ext cx="43053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vycwpq">
            <a:extLst xmlns:a="http://schemas.openxmlformats.org/drawingml/2006/main">
              <a:ext uri="{FF2B5EF4-FFF2-40B4-BE49-F238E27FC236}">
                <a16:creationId xmlns:a16="http://schemas.microsoft.com/office/drawing/2014/main" id="{888ADDB5-485E-4A16-B2DE-00BA7E3EEA36}"/>
              </a:ext>
            </a:extLst>
          </p:cNvPr>
          <p:cNvSpPr>
            <a:spLocks xmlns:a="http://schemas.openxmlformats.org/drawingml/2006/main" noGrp="1"/>
          </p:cNvSpPr>
          <p:nvPr/>
        </p:nvSpPr>
        <p:spPr>
          <a:xfrm xmlns:a="http://schemas.openxmlformats.org/drawingml/2006/main">
            <a:off x="7353300" y="3781425"/>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期限日は原則当日</a:t>
            </a:r>
          </a:p>
        </p:txBody>
      </p:sp>
      <p:sp>
        <p:nvSpPr>
          <p:cNvPr id="41" name="">
            <a:extLst xmlns:a="http://schemas.openxmlformats.org/drawingml/2006/main">
              <a:ext uri="{FF2B5EF4-FFF2-40B4-BE49-F238E27FC236}">
                <a16:creationId xmlns:a16="http://schemas.microsoft.com/office/drawing/2014/main" id="{F32A7DDA-A163-4425-9357-25CEFEC9270A}"/>
              </a:ext>
            </a:extLst>
          </p:cNvPr>
          <p:cNvSpPr>
            <a:spLocks xmlns:a="http://schemas.openxmlformats.org/drawingml/2006/main" noGrp="1"/>
          </p:cNvSpPr>
          <p:nvPr/>
        </p:nvSpPr>
        <p:spPr>
          <a:xfrm xmlns:a="http://schemas.openxmlformats.org/drawingml/2006/main">
            <a:off x="609600" y="4181475"/>
            <a:ext cx="2571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ovvbsp">
            <a:extLst xmlns:a="http://schemas.openxmlformats.org/drawingml/2006/main">
              <a:ext uri="{FF2B5EF4-FFF2-40B4-BE49-F238E27FC236}">
                <a16:creationId xmlns:a16="http://schemas.microsoft.com/office/drawing/2014/main" id="{B0423FB9-E070-4474-AEC1-AD73B93DA8CC}"/>
              </a:ext>
            </a:extLst>
          </p:cNvPr>
          <p:cNvSpPr>
            <a:spLocks xmlns:a="http://schemas.openxmlformats.org/drawingml/2006/main" noGrp="1"/>
          </p:cNvSpPr>
          <p:nvPr/>
        </p:nvSpPr>
        <p:spPr>
          <a:xfrm xmlns:a="http://schemas.openxmlformats.org/drawingml/2006/main">
            <a:off x="685800" y="4210050"/>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商品名・キャッチコピー</a:t>
            </a:r>
          </a:p>
        </p:txBody>
      </p:sp>
      <p:sp>
        <p:nvSpPr>
          <p:cNvPr id="43" name="">
            <a:extLst xmlns:a="http://schemas.openxmlformats.org/drawingml/2006/main">
              <a:ext uri="{FF2B5EF4-FFF2-40B4-BE49-F238E27FC236}">
                <a16:creationId xmlns:a16="http://schemas.microsoft.com/office/drawing/2014/main" id="{89BB8810-62D3-4E26-9BA9-1CCB8515F4CE}"/>
              </a:ext>
            </a:extLst>
          </p:cNvPr>
          <p:cNvSpPr>
            <a:spLocks xmlns:a="http://schemas.openxmlformats.org/drawingml/2006/main" noGrp="1"/>
          </p:cNvSpPr>
          <p:nvPr/>
        </p:nvSpPr>
        <p:spPr>
          <a:xfrm xmlns:a="http://schemas.openxmlformats.org/drawingml/2006/main">
            <a:off x="3181350" y="4181475"/>
            <a:ext cx="4095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g5eiog">
            <a:extLst xmlns:a="http://schemas.openxmlformats.org/drawingml/2006/main">
              <a:ext uri="{FF2B5EF4-FFF2-40B4-BE49-F238E27FC236}">
                <a16:creationId xmlns:a16="http://schemas.microsoft.com/office/drawing/2014/main" id="{887B4651-BA5B-4F59-9AD8-90461BD41B04}"/>
              </a:ext>
            </a:extLst>
          </p:cNvPr>
          <p:cNvSpPr>
            <a:spLocks xmlns:a="http://schemas.openxmlformats.org/drawingml/2006/main" noGrp="1"/>
          </p:cNvSpPr>
          <p:nvPr/>
        </p:nvSpPr>
        <p:spPr>
          <a:xfrm xmlns:a="http://schemas.openxmlformats.org/drawingml/2006/main">
            <a:off x="3257550" y="4210050"/>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変更後テキスト</a:t>
            </a:r>
          </a:p>
        </p:txBody>
      </p:sp>
      <p:sp>
        <p:nvSpPr>
          <p:cNvPr id="45" name="">
            <a:extLst xmlns:a="http://schemas.openxmlformats.org/drawingml/2006/main">
              <a:ext uri="{FF2B5EF4-FFF2-40B4-BE49-F238E27FC236}">
                <a16:creationId xmlns:a16="http://schemas.microsoft.com/office/drawing/2014/main" id="{A5E8CDCF-98F5-4B8C-92CD-E57C5034E8D0}"/>
              </a:ext>
            </a:extLst>
          </p:cNvPr>
          <p:cNvSpPr>
            <a:spLocks xmlns:a="http://schemas.openxmlformats.org/drawingml/2006/main" noGrp="1"/>
          </p:cNvSpPr>
          <p:nvPr/>
        </p:nvSpPr>
        <p:spPr>
          <a:xfrm xmlns:a="http://schemas.openxmlformats.org/drawingml/2006/main">
            <a:off x="7277100" y="4181475"/>
            <a:ext cx="430530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as31l2">
            <a:extLst xmlns:a="http://schemas.openxmlformats.org/drawingml/2006/main">
              <a:ext uri="{FF2B5EF4-FFF2-40B4-BE49-F238E27FC236}">
                <a16:creationId xmlns:a16="http://schemas.microsoft.com/office/drawing/2014/main" id="{33E58621-4B9D-4C8E-80D3-62ADBF55DC36}"/>
              </a:ext>
            </a:extLst>
          </p:cNvPr>
          <p:cNvSpPr>
            <a:spLocks xmlns:a="http://schemas.openxmlformats.org/drawingml/2006/main" noGrp="1"/>
          </p:cNvSpPr>
          <p:nvPr/>
        </p:nvSpPr>
        <p:spPr>
          <a:xfrm xmlns:a="http://schemas.openxmlformats.org/drawingml/2006/main">
            <a:off x="7353300" y="4210050"/>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商品名は比較表に固定表示</a:t>
            </a:r>
          </a:p>
        </p:txBody>
      </p:sp>
      <p:sp>
        <p:nvSpPr>
          <p:cNvPr id="47" name="">
            <a:extLst xmlns:a="http://schemas.openxmlformats.org/drawingml/2006/main">
              <a:ext uri="{FF2B5EF4-FFF2-40B4-BE49-F238E27FC236}">
                <a16:creationId xmlns:a16="http://schemas.microsoft.com/office/drawing/2014/main" id="{80019B37-3AFC-40C9-8A3B-C5AD36A806F0}"/>
              </a:ext>
            </a:extLst>
          </p:cNvPr>
          <p:cNvSpPr>
            <a:spLocks xmlns:a="http://schemas.openxmlformats.org/drawingml/2006/main" noGrp="1"/>
          </p:cNvSpPr>
          <p:nvPr/>
        </p:nvSpPr>
        <p:spPr>
          <a:xfrm xmlns:a="http://schemas.openxmlformats.org/drawingml/2006/main">
            <a:off x="609600" y="4610100"/>
            <a:ext cx="2571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kuvppt">
            <a:extLst xmlns:a="http://schemas.openxmlformats.org/drawingml/2006/main">
              <a:ext uri="{FF2B5EF4-FFF2-40B4-BE49-F238E27FC236}">
                <a16:creationId xmlns:a16="http://schemas.microsoft.com/office/drawing/2014/main" id="{80279495-5BE8-45DC-BA4A-B7DA43FCCCF1}"/>
              </a:ext>
            </a:extLst>
          </p:cNvPr>
          <p:cNvSpPr>
            <a:spLocks xmlns:a="http://schemas.openxmlformats.org/drawingml/2006/main" noGrp="1"/>
          </p:cNvSpPr>
          <p:nvPr/>
        </p:nvSpPr>
        <p:spPr>
          <a:xfrm xmlns:a="http://schemas.openxmlformats.org/drawingml/2006/main">
            <a:off x="685800" y="4638675"/>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発送期日・納期・受付期間</a:t>
            </a:r>
          </a:p>
        </p:txBody>
      </p:sp>
      <p:sp>
        <p:nvSpPr>
          <p:cNvPr id="49" name="">
            <a:extLst xmlns:a="http://schemas.openxmlformats.org/drawingml/2006/main">
              <a:ext uri="{FF2B5EF4-FFF2-40B4-BE49-F238E27FC236}">
                <a16:creationId xmlns:a16="http://schemas.microsoft.com/office/drawing/2014/main" id="{9CB09D40-3E92-4C7D-AA0E-BB520D6933FC}"/>
              </a:ext>
            </a:extLst>
          </p:cNvPr>
          <p:cNvSpPr>
            <a:spLocks xmlns:a="http://schemas.openxmlformats.org/drawingml/2006/main" noGrp="1"/>
          </p:cNvSpPr>
          <p:nvPr/>
        </p:nvSpPr>
        <p:spPr>
          <a:xfrm xmlns:a="http://schemas.openxmlformats.org/drawingml/2006/main">
            <a:off x="3181350" y="4610100"/>
            <a:ext cx="409575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pzb81o">
            <a:extLst xmlns:a="http://schemas.openxmlformats.org/drawingml/2006/main">
              <a:ext uri="{FF2B5EF4-FFF2-40B4-BE49-F238E27FC236}">
                <a16:creationId xmlns:a16="http://schemas.microsoft.com/office/drawing/2014/main" id="{AA091FB1-AFEE-4B24-9243-D2D70ABE04E7}"/>
              </a:ext>
            </a:extLst>
          </p:cNvPr>
          <p:cNvSpPr>
            <a:spLocks xmlns:a="http://schemas.openxmlformats.org/drawingml/2006/main" noGrp="1"/>
          </p:cNvSpPr>
          <p:nvPr/>
        </p:nvSpPr>
        <p:spPr>
          <a:xfrm xmlns:a="http://schemas.openxmlformats.org/drawingml/2006/main">
            <a:off x="3257550" y="4638675"/>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種別・期日・受付期間</a:t>
            </a:r>
          </a:p>
        </p:txBody>
      </p:sp>
      <p:sp>
        <p:nvSpPr>
          <p:cNvPr id="51" name="">
            <a:extLst xmlns:a="http://schemas.openxmlformats.org/drawingml/2006/main">
              <a:ext uri="{FF2B5EF4-FFF2-40B4-BE49-F238E27FC236}">
                <a16:creationId xmlns:a16="http://schemas.microsoft.com/office/drawing/2014/main" id="{2FCC58AB-817E-499E-B1CC-0BFF3240627E}"/>
              </a:ext>
            </a:extLst>
          </p:cNvPr>
          <p:cNvSpPr>
            <a:spLocks xmlns:a="http://schemas.openxmlformats.org/drawingml/2006/main" noGrp="1"/>
          </p:cNvSpPr>
          <p:nvPr/>
        </p:nvSpPr>
        <p:spPr>
          <a:xfrm xmlns:a="http://schemas.openxmlformats.org/drawingml/2006/main">
            <a:off x="7277100" y="4610100"/>
            <a:ext cx="43053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algk2l">
            <a:extLst xmlns:a="http://schemas.openxmlformats.org/drawingml/2006/main">
              <a:ext uri="{FF2B5EF4-FFF2-40B4-BE49-F238E27FC236}">
                <a16:creationId xmlns:a16="http://schemas.microsoft.com/office/drawing/2014/main" id="{F7922680-83B3-4132-8127-791C5F6B9F73}"/>
              </a:ext>
            </a:extLst>
          </p:cNvPr>
          <p:cNvSpPr>
            <a:spLocks xmlns:a="http://schemas.openxmlformats.org/drawingml/2006/main" noGrp="1"/>
          </p:cNvSpPr>
          <p:nvPr/>
        </p:nvSpPr>
        <p:spPr>
          <a:xfrm xmlns:a="http://schemas.openxmlformats.org/drawingml/2006/main">
            <a:off x="7353300" y="4638675"/>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任意入力のとき期日を入力</a:t>
            </a:r>
          </a:p>
        </p:txBody>
      </p:sp>
      <p:sp>
        <p:nvSpPr>
          <p:cNvPr id="53" name="">
            <a:extLst xmlns:a="http://schemas.openxmlformats.org/drawingml/2006/main">
              <a:ext uri="{FF2B5EF4-FFF2-40B4-BE49-F238E27FC236}">
                <a16:creationId xmlns:a16="http://schemas.microsoft.com/office/drawing/2014/main" id="{7C3DDFD7-F1AF-4B4B-BFB3-F6C7108671CB}"/>
              </a:ext>
            </a:extLst>
          </p:cNvPr>
          <p:cNvSpPr>
            <a:spLocks xmlns:a="http://schemas.openxmlformats.org/drawingml/2006/main" noGrp="1"/>
          </p:cNvSpPr>
          <p:nvPr/>
        </p:nvSpPr>
        <p:spPr>
          <a:xfrm xmlns:a="http://schemas.openxmlformats.org/drawingml/2006/main">
            <a:off x="609600" y="5038725"/>
            <a:ext cx="2571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4" name="text-u5iaci">
            <a:extLst xmlns:a="http://schemas.openxmlformats.org/drawingml/2006/main">
              <a:ext uri="{FF2B5EF4-FFF2-40B4-BE49-F238E27FC236}">
                <a16:creationId xmlns:a16="http://schemas.microsoft.com/office/drawing/2014/main" id="{20316466-77B8-412B-AF74-21FE0B204446}"/>
              </a:ext>
            </a:extLst>
          </p:cNvPr>
          <p:cNvSpPr>
            <a:spLocks xmlns:a="http://schemas.openxmlformats.org/drawingml/2006/main" noGrp="1"/>
          </p:cNvSpPr>
          <p:nvPr/>
        </p:nvSpPr>
        <p:spPr>
          <a:xfrm xmlns:a="http://schemas.openxmlformats.org/drawingml/2006/main">
            <a:off x="685800" y="5067300"/>
            <a:ext cx="2419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商品説明文・容量変更</a:t>
            </a:r>
          </a:p>
        </p:txBody>
      </p:sp>
      <p:sp>
        <p:nvSpPr>
          <p:cNvPr id="55" name="">
            <a:extLst xmlns:a="http://schemas.openxmlformats.org/drawingml/2006/main">
              <a:ext uri="{FF2B5EF4-FFF2-40B4-BE49-F238E27FC236}">
                <a16:creationId xmlns:a16="http://schemas.microsoft.com/office/drawing/2014/main" id="{88278588-9FAA-4C28-93B0-672AD4105669}"/>
              </a:ext>
            </a:extLst>
          </p:cNvPr>
          <p:cNvSpPr>
            <a:spLocks xmlns:a="http://schemas.openxmlformats.org/drawingml/2006/main" noGrp="1"/>
          </p:cNvSpPr>
          <p:nvPr/>
        </p:nvSpPr>
        <p:spPr>
          <a:xfrm xmlns:a="http://schemas.openxmlformats.org/drawingml/2006/main">
            <a:off x="3181350" y="5038725"/>
            <a:ext cx="409575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6" name="text-03kcj8">
            <a:extLst xmlns:a="http://schemas.openxmlformats.org/drawingml/2006/main">
              <a:ext uri="{FF2B5EF4-FFF2-40B4-BE49-F238E27FC236}">
                <a16:creationId xmlns:a16="http://schemas.microsoft.com/office/drawing/2014/main" id="{6D7709BE-137F-45DF-B58B-AE45D953D169}"/>
              </a:ext>
            </a:extLst>
          </p:cNvPr>
          <p:cNvSpPr>
            <a:spLocks xmlns:a="http://schemas.openxmlformats.org/drawingml/2006/main" noGrp="1"/>
          </p:cNvSpPr>
          <p:nvPr/>
        </p:nvSpPr>
        <p:spPr>
          <a:xfrm xmlns:a="http://schemas.openxmlformats.org/drawingml/2006/main">
            <a:off x="3257550" y="5067300"/>
            <a:ext cx="39433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変更後の説明・容量</a:t>
            </a:r>
          </a:p>
        </p:txBody>
      </p:sp>
      <p:sp>
        <p:nvSpPr>
          <p:cNvPr id="57" name="">
            <a:extLst xmlns:a="http://schemas.openxmlformats.org/drawingml/2006/main">
              <a:ext uri="{FF2B5EF4-FFF2-40B4-BE49-F238E27FC236}">
                <a16:creationId xmlns:a16="http://schemas.microsoft.com/office/drawing/2014/main" id="{250BB1AA-2320-4C4C-9CB1-A7A02EA5E52A}"/>
              </a:ext>
            </a:extLst>
          </p:cNvPr>
          <p:cNvSpPr>
            <a:spLocks xmlns:a="http://schemas.openxmlformats.org/drawingml/2006/main" noGrp="1"/>
          </p:cNvSpPr>
          <p:nvPr/>
        </p:nvSpPr>
        <p:spPr>
          <a:xfrm xmlns:a="http://schemas.openxmlformats.org/drawingml/2006/main">
            <a:off x="7277100" y="5038725"/>
            <a:ext cx="4305300" cy="4286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8" name="text-wt3ti7">
            <a:extLst xmlns:a="http://schemas.openxmlformats.org/drawingml/2006/main">
              <a:ext uri="{FF2B5EF4-FFF2-40B4-BE49-F238E27FC236}">
                <a16:creationId xmlns:a16="http://schemas.microsoft.com/office/drawing/2014/main" id="{0243F361-F643-4BA9-A1EE-3766F36DC01F}"/>
              </a:ext>
            </a:extLst>
          </p:cNvPr>
          <p:cNvSpPr>
            <a:spLocks xmlns:a="http://schemas.openxmlformats.org/drawingml/2006/main" noGrp="1"/>
          </p:cNvSpPr>
          <p:nvPr/>
        </p:nvSpPr>
        <p:spPr>
          <a:xfrm xmlns:a="http://schemas.openxmlformats.org/drawingml/2006/main">
            <a:off x="7353300" y="5067300"/>
            <a:ext cx="415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長文は商品別に整理</a:t>
            </a:r>
          </a:p>
        </p:txBody>
      </p:sp>
      <p:sp>
        <p:nvSpPr>
          <p:cNvPr id="59" name="text-3s3gq4">
            <a:extLst xmlns:a="http://schemas.openxmlformats.org/drawingml/2006/main">
              <a:ext uri="{FF2B5EF4-FFF2-40B4-BE49-F238E27FC236}">
                <a16:creationId xmlns:a16="http://schemas.microsoft.com/office/drawing/2014/main" id="{FB429623-FF53-492A-ACA1-FC227A945D26}"/>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09</a:t>
            </a:r>
          </a:p>
        </p:txBody>
      </p:sp>
    </p:spTree>
    <p:extLst>
      <p:ext uri="{BB962C8B-B14F-4D97-AF65-F5344CB8AC3E}">
        <p14:creationId xmlns:p14="http://schemas.microsoft.com/office/powerpoint/2010/main" val="12635501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a86a9f">
            <a:extLst xmlns:a="http://schemas.openxmlformats.org/drawingml/2006/main">
              <a:ext uri="{FF2B5EF4-FFF2-40B4-BE49-F238E27FC236}">
                <a16:creationId xmlns:a16="http://schemas.microsoft.com/office/drawing/2014/main" id="{5F3ED95C-025B-4473-8BF7-A02E4B9369F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09 / DONATION &amp; CODE</a:t>
            </a:r>
          </a:p>
        </p:txBody>
      </p:sp>
      <p:sp>
        <p:nvSpPr>
          <p:cNvPr id="2" name="text-fxxzpa">
            <a:extLst xmlns:a="http://schemas.openxmlformats.org/drawingml/2006/main">
              <a:ext uri="{FF2B5EF4-FFF2-40B4-BE49-F238E27FC236}">
                <a16:creationId xmlns:a16="http://schemas.microsoft.com/office/drawing/2014/main" id="{2AEEDB59-CB18-4740-9393-0552DEC71FD1}"/>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寄附額・商品代・品番はセットで判断する</a:t>
            </a:r>
          </a:p>
        </p:txBody>
      </p:sp>
      <p:sp>
        <p:nvSpPr>
          <p:cNvPr id="3" name="text-aper21">
            <a:extLst xmlns:a="http://schemas.openxmlformats.org/drawingml/2006/main">
              <a:ext uri="{FF2B5EF4-FFF2-40B4-BE49-F238E27FC236}">
                <a16:creationId xmlns:a16="http://schemas.microsoft.com/office/drawing/2014/main" id="{9A297DD9-1C9E-4F0E-8DF6-07DE0463C917}"/>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商品代を変えるときだけ「商品代変更アリ」を選択します。</a:t>
            </a:r>
          </a:p>
        </p:txBody>
      </p:sp>
      <p:sp>
        <p:nvSpPr>
          <p:cNvPr id="4" name="">
            <a:extLst xmlns:a="http://schemas.openxmlformats.org/drawingml/2006/main">
              <a:ext uri="{FF2B5EF4-FFF2-40B4-BE49-F238E27FC236}">
                <a16:creationId xmlns:a16="http://schemas.microsoft.com/office/drawing/2014/main" id="{F682D12C-DC97-45F4-9139-EAA2A8FAB632}"/>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e7259aeb1a545be"/>
          <a:srcRect xmlns:a="http://schemas.openxmlformats.org/drawingml/2006/main" l="7332" t="0" r="7332" b="0"/>
          <a:stretch xmlns:a="http://schemas.openxmlformats.org/drawingml/2006/main">
            <a:fillRect l="0" t="0" r="0" b="0"/>
          </a:stretch>
        </p:blipFill>
        <p:spPr>
          <a:xfrm xmlns:a="http://schemas.openxmlformats.org/drawingml/2006/main">
            <a:off x="590550" y="1695450"/>
            <a:ext cx="6762750" cy="4457700"/>
          </a:xfrm>
          <a:prstGeom xmlns:a="http://schemas.openxmlformats.org/drawingml/2006/main" prst="roundRect">
            <a:avLst>
              <a:gd name="adj" fmla="val 2564"/>
            </a:avLst>
          </a:prstGeom>
        </p:spPr>
      </p:pic>
      <p:sp>
        <p:nvSpPr>
          <p:cNvPr id="6" name="">
            <a:extLst xmlns:a="http://schemas.openxmlformats.org/drawingml/2006/main">
              <a:ext uri="{FF2B5EF4-FFF2-40B4-BE49-F238E27FC236}">
                <a16:creationId xmlns:a16="http://schemas.microsoft.com/office/drawing/2014/main" id="{00A522FA-C209-4F25-83CE-A8DA4217686B}"/>
              </a:ext>
            </a:extLst>
          </p:cNvPr>
          <p:cNvSpPr>
            <a:spLocks xmlns:a="http://schemas.openxmlformats.org/drawingml/2006/main" noGrp="1"/>
          </p:cNvSpPr>
          <p:nvPr/>
        </p:nvSpPr>
        <p:spPr>
          <a:xfrm xmlns:a="http://schemas.openxmlformats.org/drawingml/2006/main">
            <a:off x="7658100" y="1847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207A7ED6-DAAA-4EEC-8EE5-3FE21F32672D}"/>
              </a:ext>
            </a:extLst>
          </p:cNvPr>
          <p:cNvSpPr>
            <a:spLocks xmlns:a="http://schemas.openxmlformats.org/drawingml/2006/main" noGrp="1"/>
          </p:cNvSpPr>
          <p:nvPr/>
        </p:nvSpPr>
        <p:spPr>
          <a:xfrm xmlns:a="http://schemas.openxmlformats.org/drawingml/2006/main">
            <a:off x="8115300" y="1819275"/>
            <a:ext cx="3238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isafhv">
            <a:extLst xmlns:a="http://schemas.openxmlformats.org/drawingml/2006/main">
              <a:ext uri="{FF2B5EF4-FFF2-40B4-BE49-F238E27FC236}">
                <a16:creationId xmlns:a16="http://schemas.microsoft.com/office/drawing/2014/main" id="{E9152A70-6A3E-4D09-A79F-C89B27C25437}"/>
              </a:ext>
            </a:extLst>
          </p:cNvPr>
          <p:cNvSpPr>
            <a:spLocks xmlns:a="http://schemas.openxmlformats.org/drawingml/2006/main" noGrp="1"/>
          </p:cNvSpPr>
          <p:nvPr/>
        </p:nvSpPr>
        <p:spPr>
          <a:xfrm xmlns:a="http://schemas.openxmlformats.org/drawingml/2006/main">
            <a:off x="8229600" y="1838325"/>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変更後の寄附額</a:t>
            </a:r>
          </a:p>
        </p:txBody>
      </p:sp>
      <p:sp>
        <p:nvSpPr>
          <p:cNvPr id="9" name="">
            <a:extLst xmlns:a="http://schemas.openxmlformats.org/drawingml/2006/main">
              <a:ext uri="{FF2B5EF4-FFF2-40B4-BE49-F238E27FC236}">
                <a16:creationId xmlns:a16="http://schemas.microsoft.com/office/drawing/2014/main" id="{243AC731-1528-4EDE-9D1C-24A315A27BA4}"/>
              </a:ext>
            </a:extLst>
          </p:cNvPr>
          <p:cNvSpPr>
            <a:spLocks xmlns:a="http://schemas.openxmlformats.org/drawingml/2006/main" noGrp="1"/>
          </p:cNvSpPr>
          <p:nvPr/>
        </p:nvSpPr>
        <p:spPr>
          <a:xfrm xmlns:a="http://schemas.openxmlformats.org/drawingml/2006/main">
            <a:off x="7658100" y="2571750"/>
            <a:ext cx="342900" cy="342900"/>
          </a:xfrm>
          <a:prstGeom xmlns:a="http://schemas.openxmlformats.org/drawingml/2006/main" prst="ellipse">
            <a:avLst/>
          </a:prstGeom>
          <a:solidFill xmlns:a="http://schemas.openxmlformats.org/drawingml/2006/main">
            <a:srgbClr val="D83A42"/>
          </a:solidFill>
          <a:ln xmlns:a="http://schemas.openxmlformats.org/drawingml/2006/main" w="0">
            <a:solidFill>
              <a:srgbClr val="D83A42"/>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C3E86659-5A23-45C9-8D8A-FA22E29EB49F}"/>
              </a:ext>
            </a:extLst>
          </p:cNvPr>
          <p:cNvSpPr>
            <a:spLocks xmlns:a="http://schemas.openxmlformats.org/drawingml/2006/main" noGrp="1"/>
          </p:cNvSpPr>
          <p:nvPr/>
        </p:nvSpPr>
        <p:spPr>
          <a:xfrm xmlns:a="http://schemas.openxmlformats.org/drawingml/2006/main">
            <a:off x="8115300" y="2543175"/>
            <a:ext cx="3238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D83A42"/>
            </a:solidFill>
            <a:prstDash val="solid"/>
          </a:ln>
        </p:spPr>
      </p:sp>
      <p:sp>
        <p:nvSpPr>
          <p:cNvPr id="11" name="text-cf4twh">
            <a:extLst xmlns:a="http://schemas.openxmlformats.org/drawingml/2006/main">
              <a:ext uri="{FF2B5EF4-FFF2-40B4-BE49-F238E27FC236}">
                <a16:creationId xmlns:a16="http://schemas.microsoft.com/office/drawing/2014/main" id="{38DC4EAE-A497-4618-924D-2DDD6990303E}"/>
              </a:ext>
            </a:extLst>
          </p:cNvPr>
          <p:cNvSpPr>
            <a:spLocks xmlns:a="http://schemas.openxmlformats.org/drawingml/2006/main" noGrp="1"/>
          </p:cNvSpPr>
          <p:nvPr/>
        </p:nvSpPr>
        <p:spPr>
          <a:xfrm xmlns:a="http://schemas.openxmlformats.org/drawingml/2006/main">
            <a:off x="8229600" y="2562225"/>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変更後の商品代（税込）</a:t>
            </a:r>
          </a:p>
        </p:txBody>
      </p:sp>
      <p:sp>
        <p:nvSpPr>
          <p:cNvPr id="12" name="">
            <a:extLst xmlns:a="http://schemas.openxmlformats.org/drawingml/2006/main">
              <a:ext uri="{FF2B5EF4-FFF2-40B4-BE49-F238E27FC236}">
                <a16:creationId xmlns:a16="http://schemas.microsoft.com/office/drawing/2014/main" id="{B8FCFD3D-5D1B-4202-A14C-87A78D79A4D2}"/>
              </a:ext>
            </a:extLst>
          </p:cNvPr>
          <p:cNvSpPr>
            <a:spLocks xmlns:a="http://schemas.openxmlformats.org/drawingml/2006/main" noGrp="1"/>
          </p:cNvSpPr>
          <p:nvPr/>
        </p:nvSpPr>
        <p:spPr>
          <a:xfrm xmlns:a="http://schemas.openxmlformats.org/drawingml/2006/main">
            <a:off x="7658100" y="329565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B1FB698D-A004-40C5-85F5-A6495AA24859}"/>
              </a:ext>
            </a:extLst>
          </p:cNvPr>
          <p:cNvSpPr>
            <a:spLocks xmlns:a="http://schemas.openxmlformats.org/drawingml/2006/main" noGrp="1"/>
          </p:cNvSpPr>
          <p:nvPr/>
        </p:nvSpPr>
        <p:spPr>
          <a:xfrm xmlns:a="http://schemas.openxmlformats.org/drawingml/2006/main">
            <a:off x="8115300" y="3267075"/>
            <a:ext cx="3238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4" name="text-06kd63">
            <a:extLst xmlns:a="http://schemas.openxmlformats.org/drawingml/2006/main">
              <a:ext uri="{FF2B5EF4-FFF2-40B4-BE49-F238E27FC236}">
                <a16:creationId xmlns:a16="http://schemas.microsoft.com/office/drawing/2014/main" id="{A8D7E07E-E479-4642-881E-98A0520E401B}"/>
              </a:ext>
            </a:extLst>
          </p:cNvPr>
          <p:cNvSpPr>
            <a:spLocks xmlns:a="http://schemas.openxmlformats.org/drawingml/2006/main" noGrp="1"/>
          </p:cNvSpPr>
          <p:nvPr/>
        </p:nvSpPr>
        <p:spPr>
          <a:xfrm xmlns:a="http://schemas.openxmlformats.org/drawingml/2006/main">
            <a:off x="8229600" y="3286125"/>
            <a:ext cx="3067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品番の用意方法</a:t>
            </a:r>
          </a:p>
        </p:txBody>
      </p:sp>
      <p:sp>
        <p:nvSpPr>
          <p:cNvPr id="15" name="">
            <a:extLst xmlns:a="http://schemas.openxmlformats.org/drawingml/2006/main">
              <a:ext uri="{FF2B5EF4-FFF2-40B4-BE49-F238E27FC236}">
                <a16:creationId xmlns:a16="http://schemas.microsoft.com/office/drawing/2014/main" id="{7C346597-218C-4157-A751-CA09B8BEC089}"/>
              </a:ext>
            </a:extLst>
          </p:cNvPr>
          <p:cNvSpPr>
            <a:spLocks xmlns:a="http://schemas.openxmlformats.org/drawingml/2006/main" noGrp="1"/>
          </p:cNvSpPr>
          <p:nvPr/>
        </p:nvSpPr>
        <p:spPr>
          <a:xfrm xmlns:a="http://schemas.openxmlformats.org/drawingml/2006/main">
            <a:off x="7658100" y="3981450"/>
            <a:ext cx="3505200" cy="1733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3CF0BD4-2B1B-41DB-BCFB-405C5A2B4FB3}"/>
              </a:ext>
            </a:extLst>
          </p:cNvPr>
          <p:cNvSpPr>
            <a:spLocks xmlns:a="http://schemas.openxmlformats.org/drawingml/2006/main" noGrp="1"/>
          </p:cNvSpPr>
          <p:nvPr/>
        </p:nvSpPr>
        <p:spPr>
          <a:xfrm xmlns:a="http://schemas.openxmlformats.org/drawingml/2006/main">
            <a:off x="7848600" y="42386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7" name="text-hxwskr">
            <a:extLst xmlns:a="http://schemas.openxmlformats.org/drawingml/2006/main">
              <a:ext uri="{FF2B5EF4-FFF2-40B4-BE49-F238E27FC236}">
                <a16:creationId xmlns:a16="http://schemas.microsoft.com/office/drawing/2014/main" id="{AF6279ED-3245-4BFA-A8DB-9FE46D595252}"/>
              </a:ext>
            </a:extLst>
          </p:cNvPr>
          <p:cNvSpPr>
            <a:spLocks xmlns:a="http://schemas.openxmlformats.org/drawingml/2006/main" noGrp="1"/>
          </p:cNvSpPr>
          <p:nvPr/>
        </p:nvSpPr>
        <p:spPr>
          <a:xfrm xmlns:a="http://schemas.openxmlformats.org/drawingml/2006/main">
            <a:off x="8058150" y="4133850"/>
            <a:ext cx="2933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品番を変更しない</a:t>
            </a:r>
          </a:p>
        </p:txBody>
      </p:sp>
      <p:sp>
        <p:nvSpPr>
          <p:cNvPr id="18" name="">
            <a:extLst xmlns:a="http://schemas.openxmlformats.org/drawingml/2006/main">
              <a:ext uri="{FF2B5EF4-FFF2-40B4-BE49-F238E27FC236}">
                <a16:creationId xmlns:a16="http://schemas.microsoft.com/office/drawing/2014/main" id="{52443173-5E92-4077-8F2B-CDBE4065F71B}"/>
              </a:ext>
            </a:extLst>
          </p:cNvPr>
          <p:cNvSpPr>
            <a:spLocks xmlns:a="http://schemas.openxmlformats.org/drawingml/2006/main" noGrp="1"/>
          </p:cNvSpPr>
          <p:nvPr/>
        </p:nvSpPr>
        <p:spPr>
          <a:xfrm xmlns:a="http://schemas.openxmlformats.org/drawingml/2006/main">
            <a:off x="7848600" y="45815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19" name="text-i0b3ul">
            <a:extLst xmlns:a="http://schemas.openxmlformats.org/drawingml/2006/main">
              <a:ext uri="{FF2B5EF4-FFF2-40B4-BE49-F238E27FC236}">
                <a16:creationId xmlns:a16="http://schemas.microsoft.com/office/drawing/2014/main" id="{A8FB084D-10E5-4C32-852C-CBACFEF755B1}"/>
              </a:ext>
            </a:extLst>
          </p:cNvPr>
          <p:cNvSpPr>
            <a:spLocks xmlns:a="http://schemas.openxmlformats.org/drawingml/2006/main" noGrp="1"/>
          </p:cNvSpPr>
          <p:nvPr/>
        </p:nvSpPr>
        <p:spPr>
          <a:xfrm xmlns:a="http://schemas.openxmlformats.org/drawingml/2006/main">
            <a:off x="8058150" y="4476750"/>
            <a:ext cx="2933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新品番を入力</a:t>
            </a:r>
          </a:p>
        </p:txBody>
      </p:sp>
      <p:sp>
        <p:nvSpPr>
          <p:cNvPr id="20" name="">
            <a:extLst xmlns:a="http://schemas.openxmlformats.org/drawingml/2006/main">
              <a:ext uri="{FF2B5EF4-FFF2-40B4-BE49-F238E27FC236}">
                <a16:creationId xmlns:a16="http://schemas.microsoft.com/office/drawing/2014/main" id="{EBCBADC4-ED20-4569-9397-67551AAE7A35}"/>
              </a:ext>
            </a:extLst>
          </p:cNvPr>
          <p:cNvSpPr>
            <a:spLocks xmlns:a="http://schemas.openxmlformats.org/drawingml/2006/main" noGrp="1"/>
          </p:cNvSpPr>
          <p:nvPr/>
        </p:nvSpPr>
        <p:spPr>
          <a:xfrm xmlns:a="http://schemas.openxmlformats.org/drawingml/2006/main">
            <a:off x="7848600" y="492442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21" name="text-bp6ust">
            <a:extLst xmlns:a="http://schemas.openxmlformats.org/drawingml/2006/main">
              <a:ext uri="{FF2B5EF4-FFF2-40B4-BE49-F238E27FC236}">
                <a16:creationId xmlns:a16="http://schemas.microsoft.com/office/drawing/2014/main" id="{866D77FA-D40A-4B17-892B-98F20D50E3FB}"/>
              </a:ext>
            </a:extLst>
          </p:cNvPr>
          <p:cNvSpPr>
            <a:spLocks xmlns:a="http://schemas.openxmlformats.org/drawingml/2006/main" noGrp="1"/>
          </p:cNvSpPr>
          <p:nvPr/>
        </p:nvSpPr>
        <p:spPr>
          <a:xfrm xmlns:a="http://schemas.openxmlformats.org/drawingml/2006/main">
            <a:off x="8058150" y="4819650"/>
            <a:ext cx="2933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品番取得を外部依頼</a:t>
            </a:r>
          </a:p>
        </p:txBody>
      </p:sp>
      <p:sp>
        <p:nvSpPr>
          <p:cNvPr id="22" name="text-v0vfks">
            <a:extLst xmlns:a="http://schemas.openxmlformats.org/drawingml/2006/main">
              <a:ext uri="{FF2B5EF4-FFF2-40B4-BE49-F238E27FC236}">
                <a16:creationId xmlns:a16="http://schemas.microsoft.com/office/drawing/2014/main" id="{2D9CC00F-88C9-4075-AEC8-3E98360FDB1A}"/>
              </a:ext>
            </a:extLst>
          </p:cNvPr>
          <p:cNvSpPr>
            <a:spLocks xmlns:a="http://schemas.openxmlformats.org/drawingml/2006/main" noGrp="1"/>
          </p:cNvSpPr>
          <p:nvPr/>
        </p:nvSpPr>
        <p:spPr>
          <a:xfrm xmlns:a="http://schemas.openxmlformats.org/drawingml/2006/main">
            <a:off x="7848600" y="52197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D83A42"/>
                </a:solidFill>
              </a:defRPr>
            </a:pPr>
            <a:r>
              <a:rPr sz="1050" b="1">
                <a:solidFill>
                  <a:srgbClr val="D83A42"/>
                </a:solidFill>
              </a:rPr>
              <a:t>取得依頼では更新後品番を空欄にし、取得依頼文を表示します。</a:t>
            </a:r>
          </a:p>
        </p:txBody>
      </p:sp>
      <p:sp>
        <p:nvSpPr>
          <p:cNvPr id="23" name="text-xu0caq">
            <a:extLst xmlns:a="http://schemas.openxmlformats.org/drawingml/2006/main">
              <a:ext uri="{FF2B5EF4-FFF2-40B4-BE49-F238E27FC236}">
                <a16:creationId xmlns:a16="http://schemas.microsoft.com/office/drawing/2014/main" id="{EF887DA3-4251-444D-A8DB-928ECC00FCEA}"/>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10</a:t>
            </a:r>
          </a:p>
        </p:txBody>
      </p:sp>
    </p:spTree>
    <p:extLst>
      <p:ext uri="{BB962C8B-B14F-4D97-AF65-F5344CB8AC3E}">
        <p14:creationId xmlns:p14="http://schemas.microsoft.com/office/powerpoint/2010/main" val="21056361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7y55hy">
            <a:extLst xmlns:a="http://schemas.openxmlformats.org/drawingml/2006/main">
              <a:ext uri="{FF2B5EF4-FFF2-40B4-BE49-F238E27FC236}">
                <a16:creationId xmlns:a16="http://schemas.microsoft.com/office/drawing/2014/main" id="{CDE9DB26-39E4-41C7-A6CA-FFDE3BE89EDD}"/>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10 / NEW PRODUCT</a:t>
            </a:r>
          </a:p>
        </p:txBody>
      </p:sp>
      <p:sp>
        <p:nvSpPr>
          <p:cNvPr id="2" name="text-lgu9jc">
            <a:extLst xmlns:a="http://schemas.openxmlformats.org/drawingml/2006/main">
              <a:ext uri="{FF2B5EF4-FFF2-40B4-BE49-F238E27FC236}">
                <a16:creationId xmlns:a16="http://schemas.microsoft.com/office/drawing/2014/main" id="{C3D1911D-F2F7-4AE6-8DC1-B6C4C65665CC}"/>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新規商品登録はテンプレ取込からも始められる</a:t>
            </a:r>
          </a:p>
        </p:txBody>
      </p:sp>
      <p:sp>
        <p:nvSpPr>
          <p:cNvPr id="3" name="text-13xli3">
            <a:extLst xmlns:a="http://schemas.openxmlformats.org/drawingml/2006/main">
              <a:ext uri="{FF2B5EF4-FFF2-40B4-BE49-F238E27FC236}">
                <a16:creationId xmlns:a16="http://schemas.microsoft.com/office/drawing/2014/main" id="{5BF76766-0615-49CF-8BE0-71FFF6D4F56F}"/>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既存事業者を選ぶか、新しい事業者名を入力します。</a:t>
            </a:r>
          </a:p>
        </p:txBody>
      </p:sp>
      <p:sp>
        <p:nvSpPr>
          <p:cNvPr id="4" name="">
            <a:extLst xmlns:a="http://schemas.openxmlformats.org/drawingml/2006/main">
              <a:ext uri="{FF2B5EF4-FFF2-40B4-BE49-F238E27FC236}">
                <a16:creationId xmlns:a16="http://schemas.microsoft.com/office/drawing/2014/main" id="{A1EC9059-5F3D-4F2F-864F-55AAA4270F1D}"/>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5f85b595d704837"/>
          <a:srcRect xmlns:a="http://schemas.openxmlformats.org/drawingml/2006/main" l="4118" t="0" r="4118" b="0"/>
          <a:stretch xmlns:a="http://schemas.openxmlformats.org/drawingml/2006/main">
            <a:fillRect l="0" t="0" r="0" b="0"/>
          </a:stretch>
        </p:blipFill>
        <p:spPr>
          <a:xfrm xmlns:a="http://schemas.openxmlformats.org/drawingml/2006/main">
            <a:off x="552450" y="1676400"/>
            <a:ext cx="7334250" cy="4495800"/>
          </a:xfrm>
          <a:prstGeom xmlns:a="http://schemas.openxmlformats.org/drawingml/2006/main" prst="roundRect">
            <a:avLst>
              <a:gd name="adj" fmla="val 2542"/>
            </a:avLst>
          </a:prstGeom>
        </p:spPr>
      </p:pic>
      <p:sp>
        <p:nvSpPr>
          <p:cNvPr id="6" name="">
            <a:extLst xmlns:a="http://schemas.openxmlformats.org/drawingml/2006/main">
              <a:ext uri="{FF2B5EF4-FFF2-40B4-BE49-F238E27FC236}">
                <a16:creationId xmlns:a16="http://schemas.microsoft.com/office/drawing/2014/main" id="{FEDCA3B0-EA15-419D-AE80-3EBF3CB69A94}"/>
              </a:ext>
            </a:extLst>
          </p:cNvPr>
          <p:cNvSpPr>
            <a:spLocks xmlns:a="http://schemas.openxmlformats.org/drawingml/2006/main" noGrp="1"/>
          </p:cNvSpPr>
          <p:nvPr/>
        </p:nvSpPr>
        <p:spPr>
          <a:xfrm xmlns:a="http://schemas.openxmlformats.org/drawingml/2006/main">
            <a:off x="8134350" y="1847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CA0B5E5A-CCB1-4768-8937-AF88F2C40389}"/>
              </a:ext>
            </a:extLst>
          </p:cNvPr>
          <p:cNvSpPr>
            <a:spLocks xmlns:a="http://schemas.openxmlformats.org/drawingml/2006/main" noGrp="1"/>
          </p:cNvSpPr>
          <p:nvPr/>
        </p:nvSpPr>
        <p:spPr>
          <a:xfrm xmlns:a="http://schemas.openxmlformats.org/drawingml/2006/main">
            <a:off x="8591550" y="18192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y6fin2">
            <a:extLst xmlns:a="http://schemas.openxmlformats.org/drawingml/2006/main">
              <a:ext uri="{FF2B5EF4-FFF2-40B4-BE49-F238E27FC236}">
                <a16:creationId xmlns:a16="http://schemas.microsoft.com/office/drawing/2014/main" id="{8BA26C85-A00B-4575-A856-6D04BBE8DEB9}"/>
              </a:ext>
            </a:extLst>
          </p:cNvPr>
          <p:cNvSpPr>
            <a:spLocks xmlns:a="http://schemas.openxmlformats.org/drawingml/2006/main" noGrp="1"/>
          </p:cNvSpPr>
          <p:nvPr/>
        </p:nvSpPr>
        <p:spPr>
          <a:xfrm xmlns:a="http://schemas.openxmlformats.org/drawingml/2006/main">
            <a:off x="8705850" y="18383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自治体と事業者を選ぶ</a:t>
            </a:r>
          </a:p>
        </p:txBody>
      </p:sp>
      <p:sp>
        <p:nvSpPr>
          <p:cNvPr id="9" name="">
            <a:extLst xmlns:a="http://schemas.openxmlformats.org/drawingml/2006/main">
              <a:ext uri="{FF2B5EF4-FFF2-40B4-BE49-F238E27FC236}">
                <a16:creationId xmlns:a16="http://schemas.microsoft.com/office/drawing/2014/main" id="{883CB7DE-12F6-4516-846C-94D5F3FCEDA6}"/>
              </a:ext>
            </a:extLst>
          </p:cNvPr>
          <p:cNvSpPr>
            <a:spLocks xmlns:a="http://schemas.openxmlformats.org/drawingml/2006/main" noGrp="1"/>
          </p:cNvSpPr>
          <p:nvPr/>
        </p:nvSpPr>
        <p:spPr>
          <a:xfrm xmlns:a="http://schemas.openxmlformats.org/drawingml/2006/main">
            <a:off x="8134350" y="259080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14C3EC84-C21C-49CE-8A96-8A876F572BC7}"/>
              </a:ext>
            </a:extLst>
          </p:cNvPr>
          <p:cNvSpPr>
            <a:spLocks xmlns:a="http://schemas.openxmlformats.org/drawingml/2006/main" noGrp="1"/>
          </p:cNvSpPr>
          <p:nvPr/>
        </p:nvSpPr>
        <p:spPr>
          <a:xfrm xmlns:a="http://schemas.openxmlformats.org/drawingml/2006/main">
            <a:off x="8591550" y="256222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1" name="text-2ad1yx">
            <a:extLst xmlns:a="http://schemas.openxmlformats.org/drawingml/2006/main">
              <a:ext uri="{FF2B5EF4-FFF2-40B4-BE49-F238E27FC236}">
                <a16:creationId xmlns:a16="http://schemas.microsoft.com/office/drawing/2014/main" id="{EA72037E-9E20-4E37-B83F-46F7C33C1D00}"/>
              </a:ext>
            </a:extLst>
          </p:cNvPr>
          <p:cNvSpPr>
            <a:spLocks xmlns:a="http://schemas.openxmlformats.org/drawingml/2006/main" noGrp="1"/>
          </p:cNvSpPr>
          <p:nvPr/>
        </p:nvSpPr>
        <p:spPr>
          <a:xfrm xmlns:a="http://schemas.openxmlformats.org/drawingml/2006/main">
            <a:off x="8705850" y="258127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テンプレをDL／既存Excelを取込</a:t>
            </a:r>
          </a:p>
        </p:txBody>
      </p:sp>
      <p:sp>
        <p:nvSpPr>
          <p:cNvPr id="12" name="">
            <a:extLst xmlns:a="http://schemas.openxmlformats.org/drawingml/2006/main">
              <a:ext uri="{FF2B5EF4-FFF2-40B4-BE49-F238E27FC236}">
                <a16:creationId xmlns:a16="http://schemas.microsoft.com/office/drawing/2014/main" id="{2025379B-834E-4118-8146-7A12477CB6AE}"/>
              </a:ext>
            </a:extLst>
          </p:cNvPr>
          <p:cNvSpPr>
            <a:spLocks xmlns:a="http://schemas.openxmlformats.org/drawingml/2006/main" noGrp="1"/>
          </p:cNvSpPr>
          <p:nvPr/>
        </p:nvSpPr>
        <p:spPr>
          <a:xfrm xmlns:a="http://schemas.openxmlformats.org/drawingml/2006/main">
            <a:off x="8134350" y="333375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E82A7E2B-DB09-4821-A29F-0547F41EB187}"/>
              </a:ext>
            </a:extLst>
          </p:cNvPr>
          <p:cNvSpPr>
            <a:spLocks xmlns:a="http://schemas.openxmlformats.org/drawingml/2006/main" noGrp="1"/>
          </p:cNvSpPr>
          <p:nvPr/>
        </p:nvSpPr>
        <p:spPr>
          <a:xfrm xmlns:a="http://schemas.openxmlformats.org/drawingml/2006/main">
            <a:off x="8591550" y="33051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A7690B"/>
            </a:solidFill>
            <a:prstDash val="solid"/>
          </a:ln>
        </p:spPr>
      </p:sp>
      <p:sp>
        <p:nvSpPr>
          <p:cNvPr id="14" name="text-napdew">
            <a:extLst xmlns:a="http://schemas.openxmlformats.org/drawingml/2006/main">
              <a:ext uri="{FF2B5EF4-FFF2-40B4-BE49-F238E27FC236}">
                <a16:creationId xmlns:a16="http://schemas.microsoft.com/office/drawing/2014/main" id="{AD028B09-46D7-46A8-9F5D-D6096CB1B50F}"/>
              </a:ext>
            </a:extLst>
          </p:cNvPr>
          <p:cNvSpPr>
            <a:spLocks xmlns:a="http://schemas.openxmlformats.org/drawingml/2006/main" noGrp="1"/>
          </p:cNvSpPr>
          <p:nvPr/>
        </p:nvSpPr>
        <p:spPr>
          <a:xfrm xmlns:a="http://schemas.openxmlformats.org/drawingml/2006/main">
            <a:off x="8705850" y="33242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品番入力または取得依頼</a:t>
            </a:r>
          </a:p>
        </p:txBody>
      </p:sp>
      <p:sp>
        <p:nvSpPr>
          <p:cNvPr id="15" name="">
            <a:extLst xmlns:a="http://schemas.openxmlformats.org/drawingml/2006/main">
              <a:ext uri="{FF2B5EF4-FFF2-40B4-BE49-F238E27FC236}">
                <a16:creationId xmlns:a16="http://schemas.microsoft.com/office/drawing/2014/main" id="{1A561E4F-6291-4983-B4AB-C9F12C9D55BB}"/>
              </a:ext>
            </a:extLst>
          </p:cNvPr>
          <p:cNvSpPr>
            <a:spLocks xmlns:a="http://schemas.openxmlformats.org/drawingml/2006/main" noGrp="1"/>
          </p:cNvSpPr>
          <p:nvPr/>
        </p:nvSpPr>
        <p:spPr>
          <a:xfrm xmlns:a="http://schemas.openxmlformats.org/drawingml/2006/main">
            <a:off x="8134350" y="4095750"/>
            <a:ext cx="3219450" cy="158115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16" name="text-j867m6">
            <a:extLst xmlns:a="http://schemas.openxmlformats.org/drawingml/2006/main">
              <a:ext uri="{FF2B5EF4-FFF2-40B4-BE49-F238E27FC236}">
                <a16:creationId xmlns:a16="http://schemas.microsoft.com/office/drawing/2014/main" id="{F0066E13-74DA-4C6E-982C-B5AAB4E2FA14}"/>
              </a:ext>
            </a:extLst>
          </p:cNvPr>
          <p:cNvSpPr>
            <a:spLocks xmlns:a="http://schemas.openxmlformats.org/drawingml/2006/main" noGrp="1"/>
          </p:cNvSpPr>
          <p:nvPr/>
        </p:nvSpPr>
        <p:spPr>
          <a:xfrm xmlns:a="http://schemas.openxmlformats.org/drawingml/2006/main">
            <a:off x="8324850" y="42291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83A42"/>
                </a:solidFill>
              </a:defRPr>
            </a:pPr>
            <a:r>
              <a:rPr sz="1350" b="1">
                <a:solidFill>
                  <a:srgbClr val="D83A42"/>
                </a:solidFill>
              </a:rPr>
              <a:t>新規は必須</a:t>
            </a:r>
          </a:p>
        </p:txBody>
      </p:sp>
      <p:sp>
        <p:nvSpPr>
          <p:cNvPr id="17" name="">
            <a:extLst xmlns:a="http://schemas.openxmlformats.org/drawingml/2006/main">
              <a:ext uri="{FF2B5EF4-FFF2-40B4-BE49-F238E27FC236}">
                <a16:creationId xmlns:a16="http://schemas.microsoft.com/office/drawing/2014/main" id="{8B3EC1E6-BB1F-4359-9DBE-9D9158D08E9E}"/>
              </a:ext>
            </a:extLst>
          </p:cNvPr>
          <p:cNvSpPr>
            <a:spLocks xmlns:a="http://schemas.openxmlformats.org/drawingml/2006/main" noGrp="1"/>
          </p:cNvSpPr>
          <p:nvPr/>
        </p:nvSpPr>
        <p:spPr>
          <a:xfrm xmlns:a="http://schemas.openxmlformats.org/drawingml/2006/main">
            <a:off x="8324850" y="46767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18" name="text-04bxd7">
            <a:extLst xmlns:a="http://schemas.openxmlformats.org/drawingml/2006/main">
              <a:ext uri="{FF2B5EF4-FFF2-40B4-BE49-F238E27FC236}">
                <a16:creationId xmlns:a16="http://schemas.microsoft.com/office/drawing/2014/main" id="{637A191F-F284-4158-A060-B357D5029FB9}"/>
              </a:ext>
            </a:extLst>
          </p:cNvPr>
          <p:cNvSpPr>
            <a:spLocks xmlns:a="http://schemas.openxmlformats.org/drawingml/2006/main" noGrp="1"/>
          </p:cNvSpPr>
          <p:nvPr/>
        </p:nvSpPr>
        <p:spPr>
          <a:xfrm xmlns:a="http://schemas.openxmlformats.org/drawingml/2006/main">
            <a:off x="8534400" y="457200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商品名・寄附額・商品代</a:t>
            </a:r>
          </a:p>
        </p:txBody>
      </p:sp>
      <p:sp>
        <p:nvSpPr>
          <p:cNvPr id="19" name="">
            <a:extLst xmlns:a="http://schemas.openxmlformats.org/drawingml/2006/main">
              <a:ext uri="{FF2B5EF4-FFF2-40B4-BE49-F238E27FC236}">
                <a16:creationId xmlns:a16="http://schemas.microsoft.com/office/drawing/2014/main" id="{2B498738-523D-4C6F-8BAE-7DD62D8B9FDA}"/>
              </a:ext>
            </a:extLst>
          </p:cNvPr>
          <p:cNvSpPr>
            <a:spLocks xmlns:a="http://schemas.openxmlformats.org/drawingml/2006/main" noGrp="1"/>
          </p:cNvSpPr>
          <p:nvPr/>
        </p:nvSpPr>
        <p:spPr>
          <a:xfrm xmlns:a="http://schemas.openxmlformats.org/drawingml/2006/main">
            <a:off x="8324850" y="50196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0" name="text-3dz2t0">
            <a:extLst xmlns:a="http://schemas.openxmlformats.org/drawingml/2006/main">
              <a:ext uri="{FF2B5EF4-FFF2-40B4-BE49-F238E27FC236}">
                <a16:creationId xmlns:a16="http://schemas.microsoft.com/office/drawing/2014/main" id="{037F6B18-ECED-41CF-909B-93966EDF658B}"/>
              </a:ext>
            </a:extLst>
          </p:cNvPr>
          <p:cNvSpPr>
            <a:spLocks xmlns:a="http://schemas.openxmlformats.org/drawingml/2006/main" noGrp="1"/>
          </p:cNvSpPr>
          <p:nvPr/>
        </p:nvSpPr>
        <p:spPr>
          <a:xfrm xmlns:a="http://schemas.openxmlformats.org/drawingml/2006/main">
            <a:off x="8534400" y="491490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在庫・発送可能時期</a:t>
            </a:r>
          </a:p>
        </p:txBody>
      </p:sp>
      <p:sp>
        <p:nvSpPr>
          <p:cNvPr id="21" name="">
            <a:extLst xmlns:a="http://schemas.openxmlformats.org/drawingml/2006/main">
              <a:ext uri="{FF2B5EF4-FFF2-40B4-BE49-F238E27FC236}">
                <a16:creationId xmlns:a16="http://schemas.microsoft.com/office/drawing/2014/main" id="{AFE06DFA-211D-4D07-B8BD-F6CDBB15C92A}"/>
              </a:ext>
            </a:extLst>
          </p:cNvPr>
          <p:cNvSpPr>
            <a:spLocks xmlns:a="http://schemas.openxmlformats.org/drawingml/2006/main" noGrp="1"/>
          </p:cNvSpPr>
          <p:nvPr/>
        </p:nvSpPr>
        <p:spPr>
          <a:xfrm xmlns:a="http://schemas.openxmlformats.org/drawingml/2006/main">
            <a:off x="8324850" y="53625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2" name="text-qgm9lj">
            <a:extLst xmlns:a="http://schemas.openxmlformats.org/drawingml/2006/main">
              <a:ext uri="{FF2B5EF4-FFF2-40B4-BE49-F238E27FC236}">
                <a16:creationId xmlns:a16="http://schemas.microsoft.com/office/drawing/2014/main" id="{E1F6BF93-F4CA-4FE1-B00B-F39DD9BEA3A9}"/>
              </a:ext>
            </a:extLst>
          </p:cNvPr>
          <p:cNvSpPr>
            <a:spLocks xmlns:a="http://schemas.openxmlformats.org/drawingml/2006/main" noGrp="1"/>
          </p:cNvSpPr>
          <p:nvPr/>
        </p:nvSpPr>
        <p:spPr>
          <a:xfrm xmlns:a="http://schemas.openxmlformats.org/drawingml/2006/main">
            <a:off x="8534400" y="525780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画面上のチョイス必須項目</a:t>
            </a:r>
          </a:p>
        </p:txBody>
      </p:sp>
      <p:sp>
        <p:nvSpPr>
          <p:cNvPr id="23" name="text-jp3mcd">
            <a:extLst xmlns:a="http://schemas.openxmlformats.org/drawingml/2006/main">
              <a:ext uri="{FF2B5EF4-FFF2-40B4-BE49-F238E27FC236}">
                <a16:creationId xmlns:a16="http://schemas.microsoft.com/office/drawing/2014/main" id="{33FDFBE9-47DF-4445-ADB9-58F93D9C12E1}"/>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11</a:t>
            </a:r>
          </a:p>
        </p:txBody>
      </p:sp>
    </p:spTree>
    <p:extLst>
      <p:ext uri="{BB962C8B-B14F-4D97-AF65-F5344CB8AC3E}">
        <p14:creationId xmlns:p14="http://schemas.microsoft.com/office/powerpoint/2010/main" val="19197375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iqye60">
            <a:extLst xmlns:a="http://schemas.openxmlformats.org/drawingml/2006/main">
              <a:ext uri="{FF2B5EF4-FFF2-40B4-BE49-F238E27FC236}">
                <a16:creationId xmlns:a16="http://schemas.microsoft.com/office/drawing/2014/main" id="{0E0A3343-35C4-4645-A7FB-27E97F80E4D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11 / EXCEL</a:t>
            </a:r>
          </a:p>
        </p:txBody>
      </p:sp>
      <p:sp>
        <p:nvSpPr>
          <p:cNvPr id="2" name="text-yjzr46">
            <a:extLst xmlns:a="http://schemas.openxmlformats.org/drawingml/2006/main">
              <a:ext uri="{FF2B5EF4-FFF2-40B4-BE49-F238E27FC236}">
                <a16:creationId xmlns:a16="http://schemas.microsoft.com/office/drawing/2014/main" id="{8A00C154-217F-4F91-879C-12B110831C06}"/>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Excelは取込にも出力にも使える</a:t>
            </a:r>
          </a:p>
        </p:txBody>
      </p:sp>
      <p:sp>
        <p:nvSpPr>
          <p:cNvPr id="3" name="text-bjqjq0">
            <a:extLst xmlns:a="http://schemas.openxmlformats.org/drawingml/2006/main">
              <a:ext uri="{FF2B5EF4-FFF2-40B4-BE49-F238E27FC236}">
                <a16:creationId xmlns:a16="http://schemas.microsoft.com/office/drawing/2014/main" id="{2982B3DE-900A-4CA2-B9B5-2796F08C0717}"/>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自治体共通書式を崩さず、フォームにない項目も別シートで補完します。</a:t>
            </a:r>
          </a:p>
        </p:txBody>
      </p:sp>
      <p:sp>
        <p:nvSpPr>
          <p:cNvPr id="4" name="">
            <a:extLst xmlns:a="http://schemas.openxmlformats.org/drawingml/2006/main">
              <a:ext uri="{FF2B5EF4-FFF2-40B4-BE49-F238E27FC236}">
                <a16:creationId xmlns:a16="http://schemas.microsoft.com/office/drawing/2014/main" id="{2370E2AF-514C-4B6C-B5D2-934E91F81D1C}"/>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9B1613A-06AD-4565-9BFA-12E4BDF7B591}"/>
              </a:ext>
            </a:extLst>
          </p:cNvPr>
          <p:cNvSpPr>
            <a:spLocks xmlns:a="http://schemas.openxmlformats.org/drawingml/2006/main" noGrp="1"/>
          </p:cNvSpPr>
          <p:nvPr/>
        </p:nvSpPr>
        <p:spPr>
          <a:xfrm xmlns:a="http://schemas.openxmlformats.org/drawingml/2006/main">
            <a:off x="2457450"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6" name="">
            <a:extLst xmlns:a="http://schemas.openxmlformats.org/drawingml/2006/main">
              <a:ext uri="{FF2B5EF4-FFF2-40B4-BE49-F238E27FC236}">
                <a16:creationId xmlns:a16="http://schemas.microsoft.com/office/drawing/2014/main" id="{29A7B6DF-8E59-400A-997E-18F3136E4564}"/>
              </a:ext>
            </a:extLst>
          </p:cNvPr>
          <p:cNvSpPr>
            <a:spLocks xmlns:a="http://schemas.openxmlformats.org/drawingml/2006/main" noGrp="1"/>
          </p:cNvSpPr>
          <p:nvPr/>
        </p:nvSpPr>
        <p:spPr>
          <a:xfrm xmlns:a="http://schemas.openxmlformats.org/drawingml/2006/main">
            <a:off x="4810125"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7" name="">
            <a:extLst xmlns:a="http://schemas.openxmlformats.org/drawingml/2006/main">
              <a:ext uri="{FF2B5EF4-FFF2-40B4-BE49-F238E27FC236}">
                <a16:creationId xmlns:a16="http://schemas.microsoft.com/office/drawing/2014/main" id="{73154020-CED5-4B69-BEA5-5367C1E987DD}"/>
              </a:ext>
            </a:extLst>
          </p:cNvPr>
          <p:cNvSpPr>
            <a:spLocks xmlns:a="http://schemas.openxmlformats.org/drawingml/2006/main" noGrp="1"/>
          </p:cNvSpPr>
          <p:nvPr/>
        </p:nvSpPr>
        <p:spPr>
          <a:xfrm xmlns:a="http://schemas.openxmlformats.org/drawingml/2006/main">
            <a:off x="7162800"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8" name="">
            <a:extLst xmlns:a="http://schemas.openxmlformats.org/drawingml/2006/main">
              <a:ext uri="{FF2B5EF4-FFF2-40B4-BE49-F238E27FC236}">
                <a16:creationId xmlns:a16="http://schemas.microsoft.com/office/drawing/2014/main" id="{E7960EF2-538E-4DCD-B3FF-B634DB2A85DF}"/>
              </a:ext>
            </a:extLst>
          </p:cNvPr>
          <p:cNvSpPr>
            <a:spLocks xmlns:a="http://schemas.openxmlformats.org/drawingml/2006/main" noGrp="1"/>
          </p:cNvSpPr>
          <p:nvPr/>
        </p:nvSpPr>
        <p:spPr>
          <a:xfrm xmlns:a="http://schemas.openxmlformats.org/drawingml/2006/main">
            <a:off x="9515475"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9" name="">
            <a:extLst xmlns:a="http://schemas.openxmlformats.org/drawingml/2006/main">
              <a:ext uri="{FF2B5EF4-FFF2-40B4-BE49-F238E27FC236}">
                <a16:creationId xmlns:a16="http://schemas.microsoft.com/office/drawing/2014/main" id="{FF3EF070-7F70-472D-A799-DD9D5F5354E4}"/>
              </a:ext>
            </a:extLst>
          </p:cNvPr>
          <p:cNvSpPr>
            <a:spLocks xmlns:a="http://schemas.openxmlformats.org/drawingml/2006/main" noGrp="1"/>
          </p:cNvSpPr>
          <p:nvPr/>
        </p:nvSpPr>
        <p:spPr>
          <a:xfrm xmlns:a="http://schemas.openxmlformats.org/drawingml/2006/main">
            <a:off x="36195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A21190B-EF89-4304-B68A-5031A2ED63A6}"/>
              </a:ext>
            </a:extLst>
          </p:cNvPr>
          <p:cNvSpPr>
            <a:spLocks xmlns:a="http://schemas.openxmlformats.org/drawingml/2006/main" noGrp="1"/>
          </p:cNvSpPr>
          <p:nvPr/>
        </p:nvSpPr>
        <p:spPr>
          <a:xfrm xmlns:a="http://schemas.openxmlformats.org/drawingml/2006/main">
            <a:off x="51435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1" name="text-qk1ri7">
            <a:extLst xmlns:a="http://schemas.openxmlformats.org/drawingml/2006/main">
              <a:ext uri="{FF2B5EF4-FFF2-40B4-BE49-F238E27FC236}">
                <a16:creationId xmlns:a16="http://schemas.microsoft.com/office/drawing/2014/main" id="{2A22ABD7-8CA2-4877-ADAA-AB9ACED982B7}"/>
              </a:ext>
            </a:extLst>
          </p:cNvPr>
          <p:cNvSpPr>
            <a:spLocks xmlns:a="http://schemas.openxmlformats.org/drawingml/2006/main" noGrp="1"/>
          </p:cNvSpPr>
          <p:nvPr/>
        </p:nvSpPr>
        <p:spPr>
          <a:xfrm xmlns:a="http://schemas.openxmlformats.org/drawingml/2006/main">
            <a:off x="95250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テンプレDL</a:t>
            </a:r>
          </a:p>
        </p:txBody>
      </p:sp>
      <p:sp>
        <p:nvSpPr>
          <p:cNvPr id="12" name="text-r0iqsp">
            <a:extLst xmlns:a="http://schemas.openxmlformats.org/drawingml/2006/main">
              <a:ext uri="{FF2B5EF4-FFF2-40B4-BE49-F238E27FC236}">
                <a16:creationId xmlns:a16="http://schemas.microsoft.com/office/drawing/2014/main" id="{8198C3F1-BE7A-4F2E-A834-234816BE8FF2}"/>
              </a:ext>
            </a:extLst>
          </p:cNvPr>
          <p:cNvSpPr>
            <a:spLocks xmlns:a="http://schemas.openxmlformats.org/drawingml/2006/main" noGrp="1"/>
          </p:cNvSpPr>
          <p:nvPr/>
        </p:nvSpPr>
        <p:spPr>
          <a:xfrm xmlns:a="http://schemas.openxmlformats.org/drawingml/2006/main">
            <a:off x="53340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商品形態に合うExcel</a:t>
            </a:r>
          </a:p>
        </p:txBody>
      </p:sp>
      <p:sp>
        <p:nvSpPr>
          <p:cNvPr id="13" name="">
            <a:extLst xmlns:a="http://schemas.openxmlformats.org/drawingml/2006/main">
              <a:ext uri="{FF2B5EF4-FFF2-40B4-BE49-F238E27FC236}">
                <a16:creationId xmlns:a16="http://schemas.microsoft.com/office/drawing/2014/main" id="{3CD8D15B-3A1A-4D6B-939F-27B2A9D2ED67}"/>
              </a:ext>
            </a:extLst>
          </p:cNvPr>
          <p:cNvSpPr>
            <a:spLocks xmlns:a="http://schemas.openxmlformats.org/drawingml/2006/main" noGrp="1"/>
          </p:cNvSpPr>
          <p:nvPr/>
        </p:nvSpPr>
        <p:spPr>
          <a:xfrm xmlns:a="http://schemas.openxmlformats.org/drawingml/2006/main">
            <a:off x="2714625"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4776F435-F114-431F-B283-6FB5ADE0DB5C}"/>
              </a:ext>
            </a:extLst>
          </p:cNvPr>
          <p:cNvSpPr>
            <a:spLocks xmlns:a="http://schemas.openxmlformats.org/drawingml/2006/main" noGrp="1"/>
          </p:cNvSpPr>
          <p:nvPr/>
        </p:nvSpPr>
        <p:spPr>
          <a:xfrm xmlns:a="http://schemas.openxmlformats.org/drawingml/2006/main">
            <a:off x="2867025"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5" name="text-q7m5gq">
            <a:extLst xmlns:a="http://schemas.openxmlformats.org/drawingml/2006/main">
              <a:ext uri="{FF2B5EF4-FFF2-40B4-BE49-F238E27FC236}">
                <a16:creationId xmlns:a16="http://schemas.microsoft.com/office/drawing/2014/main" id="{25057818-0EFA-4F13-AB51-1556AC136B1F}"/>
              </a:ext>
            </a:extLst>
          </p:cNvPr>
          <p:cNvSpPr>
            <a:spLocks xmlns:a="http://schemas.openxmlformats.org/drawingml/2006/main" noGrp="1"/>
          </p:cNvSpPr>
          <p:nvPr/>
        </p:nvSpPr>
        <p:spPr>
          <a:xfrm xmlns:a="http://schemas.openxmlformats.org/drawingml/2006/main">
            <a:off x="3305175"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Excel入力</a:t>
            </a:r>
          </a:p>
        </p:txBody>
      </p:sp>
      <p:sp>
        <p:nvSpPr>
          <p:cNvPr id="16" name="text-1d3o9i">
            <a:extLst xmlns:a="http://schemas.openxmlformats.org/drawingml/2006/main">
              <a:ext uri="{FF2B5EF4-FFF2-40B4-BE49-F238E27FC236}">
                <a16:creationId xmlns:a16="http://schemas.microsoft.com/office/drawing/2014/main" id="{326CB84E-C9DA-411C-8457-AD0BA8A1320A}"/>
              </a:ext>
            </a:extLst>
          </p:cNvPr>
          <p:cNvSpPr>
            <a:spLocks xmlns:a="http://schemas.openxmlformats.org/drawingml/2006/main" noGrp="1"/>
          </p:cNvSpPr>
          <p:nvPr/>
        </p:nvSpPr>
        <p:spPr>
          <a:xfrm xmlns:a="http://schemas.openxmlformats.org/drawingml/2006/main">
            <a:off x="288607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事業者・協力会社でも可</a:t>
            </a:r>
          </a:p>
        </p:txBody>
      </p:sp>
      <p:sp>
        <p:nvSpPr>
          <p:cNvPr id="17" name="">
            <a:extLst xmlns:a="http://schemas.openxmlformats.org/drawingml/2006/main">
              <a:ext uri="{FF2B5EF4-FFF2-40B4-BE49-F238E27FC236}">
                <a16:creationId xmlns:a16="http://schemas.microsoft.com/office/drawing/2014/main" id="{966E66D8-BD95-4342-9F55-447566881E8B}"/>
              </a:ext>
            </a:extLst>
          </p:cNvPr>
          <p:cNvSpPr>
            <a:spLocks xmlns:a="http://schemas.openxmlformats.org/drawingml/2006/main" noGrp="1"/>
          </p:cNvSpPr>
          <p:nvPr/>
        </p:nvSpPr>
        <p:spPr>
          <a:xfrm xmlns:a="http://schemas.openxmlformats.org/drawingml/2006/main">
            <a:off x="506730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EEC8C600-A835-4D7E-B94B-AA48C09CA195}"/>
              </a:ext>
            </a:extLst>
          </p:cNvPr>
          <p:cNvSpPr>
            <a:spLocks xmlns:a="http://schemas.openxmlformats.org/drawingml/2006/main" noGrp="1"/>
          </p:cNvSpPr>
          <p:nvPr/>
        </p:nvSpPr>
        <p:spPr>
          <a:xfrm xmlns:a="http://schemas.openxmlformats.org/drawingml/2006/main">
            <a:off x="521970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9" name="text-ihu2ia">
            <a:extLst xmlns:a="http://schemas.openxmlformats.org/drawingml/2006/main">
              <a:ext uri="{FF2B5EF4-FFF2-40B4-BE49-F238E27FC236}">
                <a16:creationId xmlns:a16="http://schemas.microsoft.com/office/drawing/2014/main" id="{C89DB542-F248-41D1-B3C2-4A9E28D001D7}"/>
              </a:ext>
            </a:extLst>
          </p:cNvPr>
          <p:cNvSpPr>
            <a:spLocks xmlns:a="http://schemas.openxmlformats.org/drawingml/2006/main" noGrp="1"/>
          </p:cNvSpPr>
          <p:nvPr/>
        </p:nvSpPr>
        <p:spPr>
          <a:xfrm xmlns:a="http://schemas.openxmlformats.org/drawingml/2006/main">
            <a:off x="565785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フォーム取込</a:t>
            </a:r>
          </a:p>
        </p:txBody>
      </p:sp>
      <p:sp>
        <p:nvSpPr>
          <p:cNvPr id="20" name="text-ztqkqk">
            <a:extLst xmlns:a="http://schemas.openxmlformats.org/drawingml/2006/main">
              <a:ext uri="{FF2B5EF4-FFF2-40B4-BE49-F238E27FC236}">
                <a16:creationId xmlns:a16="http://schemas.microsoft.com/office/drawing/2014/main" id="{54D240BA-F9A6-4779-8E59-52B51ECA68D0}"/>
              </a:ext>
            </a:extLst>
          </p:cNvPr>
          <p:cNvSpPr>
            <a:spLocks xmlns:a="http://schemas.openxmlformats.org/drawingml/2006/main" noGrp="1"/>
          </p:cNvSpPr>
          <p:nvPr/>
        </p:nvSpPr>
        <p:spPr>
          <a:xfrm xmlns:a="http://schemas.openxmlformats.org/drawingml/2006/main">
            <a:off x="523875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記載済み項目を初期反映</a:t>
            </a:r>
          </a:p>
        </p:txBody>
      </p:sp>
      <p:sp>
        <p:nvSpPr>
          <p:cNvPr id="21" name="">
            <a:extLst xmlns:a="http://schemas.openxmlformats.org/drawingml/2006/main">
              <a:ext uri="{FF2B5EF4-FFF2-40B4-BE49-F238E27FC236}">
                <a16:creationId xmlns:a16="http://schemas.microsoft.com/office/drawing/2014/main" id="{C2DC6576-38FA-46C2-A6EA-DC608FBC1AF1}"/>
              </a:ext>
            </a:extLst>
          </p:cNvPr>
          <p:cNvSpPr>
            <a:spLocks xmlns:a="http://schemas.openxmlformats.org/drawingml/2006/main" noGrp="1"/>
          </p:cNvSpPr>
          <p:nvPr/>
        </p:nvSpPr>
        <p:spPr>
          <a:xfrm xmlns:a="http://schemas.openxmlformats.org/drawingml/2006/main">
            <a:off x="7419975"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6D684393-2128-4185-8AE4-B3576BEE6D91}"/>
              </a:ext>
            </a:extLst>
          </p:cNvPr>
          <p:cNvSpPr>
            <a:spLocks xmlns:a="http://schemas.openxmlformats.org/drawingml/2006/main" noGrp="1"/>
          </p:cNvSpPr>
          <p:nvPr/>
        </p:nvSpPr>
        <p:spPr>
          <a:xfrm xmlns:a="http://schemas.openxmlformats.org/drawingml/2006/main">
            <a:off x="7572375"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3" name="text-pjlzz8">
            <a:extLst xmlns:a="http://schemas.openxmlformats.org/drawingml/2006/main">
              <a:ext uri="{FF2B5EF4-FFF2-40B4-BE49-F238E27FC236}">
                <a16:creationId xmlns:a16="http://schemas.microsoft.com/office/drawing/2014/main" id="{6797B54B-B349-4253-8E92-AEF885AF40D6}"/>
              </a:ext>
            </a:extLst>
          </p:cNvPr>
          <p:cNvSpPr>
            <a:spLocks xmlns:a="http://schemas.openxmlformats.org/drawingml/2006/main" noGrp="1"/>
          </p:cNvSpPr>
          <p:nvPr/>
        </p:nvSpPr>
        <p:spPr>
          <a:xfrm xmlns:a="http://schemas.openxmlformats.org/drawingml/2006/main">
            <a:off x="8010525"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不足を補完</a:t>
            </a:r>
          </a:p>
        </p:txBody>
      </p:sp>
      <p:sp>
        <p:nvSpPr>
          <p:cNvPr id="24" name="text-h757gj">
            <a:extLst xmlns:a="http://schemas.openxmlformats.org/drawingml/2006/main">
              <a:ext uri="{FF2B5EF4-FFF2-40B4-BE49-F238E27FC236}">
                <a16:creationId xmlns:a16="http://schemas.microsoft.com/office/drawing/2014/main" id="{2B6C93FF-B4C1-41FF-BA20-AEE7DF5C1E15}"/>
              </a:ext>
            </a:extLst>
          </p:cNvPr>
          <p:cNvSpPr>
            <a:spLocks xmlns:a="http://schemas.openxmlformats.org/drawingml/2006/main" noGrp="1"/>
          </p:cNvSpPr>
          <p:nvPr/>
        </p:nvSpPr>
        <p:spPr>
          <a:xfrm xmlns:a="http://schemas.openxmlformats.org/drawingml/2006/main">
            <a:off x="759142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必須・条件分岐を確認</a:t>
            </a:r>
          </a:p>
        </p:txBody>
      </p:sp>
      <p:sp>
        <p:nvSpPr>
          <p:cNvPr id="25" name="">
            <a:extLst xmlns:a="http://schemas.openxmlformats.org/drawingml/2006/main">
              <a:ext uri="{FF2B5EF4-FFF2-40B4-BE49-F238E27FC236}">
                <a16:creationId xmlns:a16="http://schemas.microsoft.com/office/drawing/2014/main" id="{170E88E3-A81D-46D4-8E13-769EA8FC6DAB}"/>
              </a:ext>
            </a:extLst>
          </p:cNvPr>
          <p:cNvSpPr>
            <a:spLocks xmlns:a="http://schemas.openxmlformats.org/drawingml/2006/main" noGrp="1"/>
          </p:cNvSpPr>
          <p:nvPr/>
        </p:nvSpPr>
        <p:spPr>
          <a:xfrm xmlns:a="http://schemas.openxmlformats.org/drawingml/2006/main">
            <a:off x="977265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AEC10CF2-CE45-4562-ADBF-E6E50E784155}"/>
              </a:ext>
            </a:extLst>
          </p:cNvPr>
          <p:cNvSpPr>
            <a:spLocks xmlns:a="http://schemas.openxmlformats.org/drawingml/2006/main" noGrp="1"/>
          </p:cNvSpPr>
          <p:nvPr/>
        </p:nvSpPr>
        <p:spPr>
          <a:xfrm xmlns:a="http://schemas.openxmlformats.org/drawingml/2006/main">
            <a:off x="992505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7" name="text-ra9omd">
            <a:extLst xmlns:a="http://schemas.openxmlformats.org/drawingml/2006/main">
              <a:ext uri="{FF2B5EF4-FFF2-40B4-BE49-F238E27FC236}">
                <a16:creationId xmlns:a16="http://schemas.microsoft.com/office/drawing/2014/main" id="{4CB36D88-A8AF-4919-9DC3-F68BC3362A99}"/>
              </a:ext>
            </a:extLst>
          </p:cNvPr>
          <p:cNvSpPr>
            <a:spLocks xmlns:a="http://schemas.openxmlformats.org/drawingml/2006/main" noGrp="1"/>
          </p:cNvSpPr>
          <p:nvPr/>
        </p:nvSpPr>
        <p:spPr>
          <a:xfrm xmlns:a="http://schemas.openxmlformats.org/drawingml/2006/main">
            <a:off x="1036320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入力済み出力</a:t>
            </a:r>
          </a:p>
        </p:txBody>
      </p:sp>
      <p:sp>
        <p:nvSpPr>
          <p:cNvPr id="28" name="text-tgjdat">
            <a:extLst xmlns:a="http://schemas.openxmlformats.org/drawingml/2006/main">
              <a:ext uri="{FF2B5EF4-FFF2-40B4-BE49-F238E27FC236}">
                <a16:creationId xmlns:a16="http://schemas.microsoft.com/office/drawing/2014/main" id="{03BA171C-6B05-4BF5-A2D5-EFC90B07CFBE}"/>
              </a:ext>
            </a:extLst>
          </p:cNvPr>
          <p:cNvSpPr>
            <a:spLocks xmlns:a="http://schemas.openxmlformats.org/drawingml/2006/main" noGrp="1"/>
          </p:cNvSpPr>
          <p:nvPr/>
        </p:nvSpPr>
        <p:spPr>
          <a:xfrm xmlns:a="http://schemas.openxmlformats.org/drawingml/2006/main">
            <a:off x="994410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Backlog親課題へ添付</a:t>
            </a:r>
          </a:p>
        </p:txBody>
      </p:sp>
      <p:sp>
        <p:nvSpPr>
          <p:cNvPr id="29" name="">
            <a:extLst xmlns:a="http://schemas.openxmlformats.org/drawingml/2006/main">
              <a:ext uri="{FF2B5EF4-FFF2-40B4-BE49-F238E27FC236}">
                <a16:creationId xmlns:a16="http://schemas.microsoft.com/office/drawing/2014/main" id="{D15BF4AB-2731-40A7-B381-B546CBC56BA6}"/>
              </a:ext>
            </a:extLst>
          </p:cNvPr>
          <p:cNvSpPr>
            <a:spLocks xmlns:a="http://schemas.openxmlformats.org/drawingml/2006/main" noGrp="1"/>
          </p:cNvSpPr>
          <p:nvPr/>
        </p:nvSpPr>
        <p:spPr>
          <a:xfrm xmlns:a="http://schemas.openxmlformats.org/drawingml/2006/main">
            <a:off x="666750" y="3829050"/>
            <a:ext cx="10858500" cy="16764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3uqsm2">
            <a:extLst xmlns:a="http://schemas.openxmlformats.org/drawingml/2006/main">
              <a:ext uri="{FF2B5EF4-FFF2-40B4-BE49-F238E27FC236}">
                <a16:creationId xmlns:a16="http://schemas.microsoft.com/office/drawing/2014/main" id="{1B11BA45-48B0-47B7-AD86-82585A0DBC8A}"/>
              </a:ext>
            </a:extLst>
          </p:cNvPr>
          <p:cNvSpPr>
            <a:spLocks xmlns:a="http://schemas.openxmlformats.org/drawingml/2006/main" noGrp="1"/>
          </p:cNvSpPr>
          <p:nvPr/>
        </p:nvSpPr>
        <p:spPr>
          <a:xfrm xmlns:a="http://schemas.openxmlformats.org/drawingml/2006/main">
            <a:off x="876300" y="3962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F1720"/>
                </a:solidFill>
              </a:defRPr>
            </a:pPr>
            <a:r>
              <a:rPr sz="1500" b="1">
                <a:solidFill>
                  <a:srgbClr val="0F1720"/>
                </a:solidFill>
              </a:rPr>
              <a:t>取込時の注意</a:t>
            </a:r>
          </a:p>
        </p:txBody>
      </p:sp>
      <p:sp>
        <p:nvSpPr>
          <p:cNvPr id="31" name="">
            <a:extLst xmlns:a="http://schemas.openxmlformats.org/drawingml/2006/main">
              <a:ext uri="{FF2B5EF4-FFF2-40B4-BE49-F238E27FC236}">
                <a16:creationId xmlns:a16="http://schemas.microsoft.com/office/drawing/2014/main" id="{55EC76D0-4197-4BA1-B0E7-0BE065B9547E}"/>
              </a:ext>
            </a:extLst>
          </p:cNvPr>
          <p:cNvSpPr>
            <a:spLocks xmlns:a="http://schemas.openxmlformats.org/drawingml/2006/main" noGrp="1"/>
          </p:cNvSpPr>
          <p:nvPr/>
        </p:nvSpPr>
        <p:spPr>
          <a:xfrm xmlns:a="http://schemas.openxmlformats.org/drawingml/2006/main">
            <a:off x="876300" y="44672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32" name="text-8owxzn">
            <a:extLst xmlns:a="http://schemas.openxmlformats.org/drawingml/2006/main">
              <a:ext uri="{FF2B5EF4-FFF2-40B4-BE49-F238E27FC236}">
                <a16:creationId xmlns:a16="http://schemas.microsoft.com/office/drawing/2014/main" id="{C4206136-06E6-4A8B-A0E1-10F2A8BCB277}"/>
              </a:ext>
            </a:extLst>
          </p:cNvPr>
          <p:cNvSpPr>
            <a:spLocks xmlns:a="http://schemas.openxmlformats.org/drawingml/2006/main" noGrp="1"/>
          </p:cNvSpPr>
          <p:nvPr/>
        </p:nvSpPr>
        <p:spPr>
          <a:xfrm xmlns:a="http://schemas.openxmlformats.org/drawingml/2006/main">
            <a:off x="1085850" y="4362450"/>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商品形態（単品／定期便／SKU）を画面とExcelで合わせる</a:t>
            </a:r>
          </a:p>
        </p:txBody>
      </p:sp>
      <p:sp>
        <p:nvSpPr>
          <p:cNvPr id="33" name="">
            <a:extLst xmlns:a="http://schemas.openxmlformats.org/drawingml/2006/main">
              <a:ext uri="{FF2B5EF4-FFF2-40B4-BE49-F238E27FC236}">
                <a16:creationId xmlns:a16="http://schemas.microsoft.com/office/drawing/2014/main" id="{8E943DE5-A5E4-4939-82EF-9D67997D181D}"/>
              </a:ext>
            </a:extLst>
          </p:cNvPr>
          <p:cNvSpPr>
            <a:spLocks xmlns:a="http://schemas.openxmlformats.org/drawingml/2006/main" noGrp="1"/>
          </p:cNvSpPr>
          <p:nvPr/>
        </p:nvSpPr>
        <p:spPr>
          <a:xfrm xmlns:a="http://schemas.openxmlformats.org/drawingml/2006/main">
            <a:off x="6000750" y="446722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34" name="text-zcuo4x">
            <a:extLst xmlns:a="http://schemas.openxmlformats.org/drawingml/2006/main">
              <a:ext uri="{FF2B5EF4-FFF2-40B4-BE49-F238E27FC236}">
                <a16:creationId xmlns:a16="http://schemas.microsoft.com/office/drawing/2014/main" id="{E9254682-133B-4D0A-BA68-F33F91077974}"/>
              </a:ext>
            </a:extLst>
          </p:cNvPr>
          <p:cNvSpPr>
            <a:spLocks xmlns:a="http://schemas.openxmlformats.org/drawingml/2006/main" noGrp="1"/>
          </p:cNvSpPr>
          <p:nvPr/>
        </p:nvSpPr>
        <p:spPr>
          <a:xfrm xmlns:a="http://schemas.openxmlformats.org/drawingml/2006/main">
            <a:off x="6210300" y="4362450"/>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行位置が違うテンプレは項目名で照合するが、結果を必ず確認</a:t>
            </a:r>
          </a:p>
        </p:txBody>
      </p:sp>
      <p:sp>
        <p:nvSpPr>
          <p:cNvPr id="35" name="">
            <a:extLst xmlns:a="http://schemas.openxmlformats.org/drawingml/2006/main">
              <a:ext uri="{FF2B5EF4-FFF2-40B4-BE49-F238E27FC236}">
                <a16:creationId xmlns:a16="http://schemas.microsoft.com/office/drawing/2014/main" id="{AFB4727A-24CB-4A23-A0D7-CC1C6EB42709}"/>
              </a:ext>
            </a:extLst>
          </p:cNvPr>
          <p:cNvSpPr>
            <a:spLocks xmlns:a="http://schemas.openxmlformats.org/drawingml/2006/main" noGrp="1"/>
          </p:cNvSpPr>
          <p:nvPr/>
        </p:nvSpPr>
        <p:spPr>
          <a:xfrm xmlns:a="http://schemas.openxmlformats.org/drawingml/2006/main">
            <a:off x="876300" y="48672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36" name="text-irhv8t">
            <a:extLst xmlns:a="http://schemas.openxmlformats.org/drawingml/2006/main">
              <a:ext uri="{FF2B5EF4-FFF2-40B4-BE49-F238E27FC236}">
                <a16:creationId xmlns:a16="http://schemas.microsoft.com/office/drawing/2014/main" id="{9605347F-52D7-490E-ACC6-6D9903F357C3}"/>
              </a:ext>
            </a:extLst>
          </p:cNvPr>
          <p:cNvSpPr>
            <a:spLocks xmlns:a="http://schemas.openxmlformats.org/drawingml/2006/main" noGrp="1"/>
          </p:cNvSpPr>
          <p:nvPr/>
        </p:nvSpPr>
        <p:spPr>
          <a:xfrm xmlns:a="http://schemas.openxmlformats.org/drawingml/2006/main">
            <a:off x="1085850" y="4762500"/>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取込元Excelも親課題へ添付される</a:t>
            </a:r>
          </a:p>
        </p:txBody>
      </p:sp>
      <p:sp>
        <p:nvSpPr>
          <p:cNvPr id="37" name="">
            <a:extLst xmlns:a="http://schemas.openxmlformats.org/drawingml/2006/main">
              <a:ext uri="{FF2B5EF4-FFF2-40B4-BE49-F238E27FC236}">
                <a16:creationId xmlns:a16="http://schemas.microsoft.com/office/drawing/2014/main" id="{F553FB61-C767-4C8D-8B51-9071E44BE932}"/>
              </a:ext>
            </a:extLst>
          </p:cNvPr>
          <p:cNvSpPr>
            <a:spLocks xmlns:a="http://schemas.openxmlformats.org/drawingml/2006/main" noGrp="1"/>
          </p:cNvSpPr>
          <p:nvPr/>
        </p:nvSpPr>
        <p:spPr>
          <a:xfrm xmlns:a="http://schemas.openxmlformats.org/drawingml/2006/main">
            <a:off x="6000750" y="48672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38" name="text-bls1ii">
            <a:extLst xmlns:a="http://schemas.openxmlformats.org/drawingml/2006/main">
              <a:ext uri="{FF2B5EF4-FFF2-40B4-BE49-F238E27FC236}">
                <a16:creationId xmlns:a16="http://schemas.microsoft.com/office/drawing/2014/main" id="{051026F6-CA7A-4DC4-95A2-C7940428C24A}"/>
              </a:ext>
            </a:extLst>
          </p:cNvPr>
          <p:cNvSpPr>
            <a:spLocks xmlns:a="http://schemas.openxmlformats.org/drawingml/2006/main" noGrp="1"/>
          </p:cNvSpPr>
          <p:nvPr/>
        </p:nvSpPr>
        <p:spPr>
          <a:xfrm xmlns:a="http://schemas.openxmlformats.org/drawingml/2006/main">
            <a:off x="6210300" y="4762500"/>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画像URLなど対象外項目は別資料またはBOXへ</a:t>
            </a:r>
          </a:p>
        </p:txBody>
      </p:sp>
      <p:sp>
        <p:nvSpPr>
          <p:cNvPr id="39" name="text-7f6f4b">
            <a:extLst xmlns:a="http://schemas.openxmlformats.org/drawingml/2006/main">
              <a:ext uri="{FF2B5EF4-FFF2-40B4-BE49-F238E27FC236}">
                <a16:creationId xmlns:a16="http://schemas.microsoft.com/office/drawing/2014/main" id="{99956D0F-B7D5-45BF-ACDD-1A1557E95EB8}"/>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12</a:t>
            </a:r>
          </a:p>
        </p:txBody>
      </p:sp>
    </p:spTree>
    <p:extLst>
      <p:ext uri="{BB962C8B-B14F-4D97-AF65-F5344CB8AC3E}">
        <p14:creationId xmlns:p14="http://schemas.microsoft.com/office/powerpoint/2010/main" val="18543357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text-1h1sec">
            <a:extLst xmlns:a="http://schemas.openxmlformats.org/drawingml/2006/main">
              <a:ext uri="{FF2B5EF4-FFF2-40B4-BE49-F238E27FC236}">
                <a16:creationId xmlns:a16="http://schemas.microsoft.com/office/drawing/2014/main" id="{5271E8A1-E4E6-4B67-8B7D-EAB0A0D8260B}"/>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12 / REQUIRED FIELDS</a:t>
            </a:r>
          </a:p>
        </p:txBody>
      </p:sp>
      <p:sp>
        <p:nvSpPr>
          <p:cNvPr id="2" name="text-oa11ys">
            <a:extLst xmlns:a="http://schemas.openxmlformats.org/drawingml/2006/main">
              <a:ext uri="{FF2B5EF4-FFF2-40B4-BE49-F238E27FC236}">
                <a16:creationId xmlns:a16="http://schemas.microsoft.com/office/drawing/2014/main" id="{50C57FD7-AD85-43E9-A2BD-FFAF625E64F9}"/>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赤い必須をカテゴリ順に埋める</a:t>
            </a:r>
          </a:p>
        </p:txBody>
      </p:sp>
      <p:sp>
        <p:nvSpPr>
          <p:cNvPr id="3" name="text-peoqu7">
            <a:extLst xmlns:a="http://schemas.openxmlformats.org/drawingml/2006/main">
              <a:ext uri="{FF2B5EF4-FFF2-40B4-BE49-F238E27FC236}">
                <a16:creationId xmlns:a16="http://schemas.microsoft.com/office/drawing/2014/main" id="{277CD8B4-1B04-4559-94E9-E9783A533731}"/>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条件付き項目は選択内容に応じて表示されます。</a:t>
            </a:r>
          </a:p>
        </p:txBody>
      </p:sp>
      <p:sp>
        <p:nvSpPr>
          <p:cNvPr id="4" name="">
            <a:extLst xmlns:a="http://schemas.openxmlformats.org/drawingml/2006/main">
              <a:ext uri="{FF2B5EF4-FFF2-40B4-BE49-F238E27FC236}">
                <a16:creationId xmlns:a16="http://schemas.microsoft.com/office/drawing/2014/main" id="{48CCB98A-EFBF-4004-AB9A-E09DAB513FA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A998F8D-B22F-457E-9BCA-70BF09265E5E}"/>
              </a:ext>
            </a:extLst>
          </p:cNvPr>
          <p:cNvSpPr>
            <a:spLocks xmlns:a="http://schemas.openxmlformats.org/drawingml/2006/main" noGrp="1"/>
          </p:cNvSpPr>
          <p:nvPr/>
        </p:nvSpPr>
        <p:spPr>
          <a:xfrm xmlns:a="http://schemas.openxmlformats.org/drawingml/2006/main">
            <a:off x="609600" y="1676400"/>
            <a:ext cx="2381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v3gwpq">
            <a:extLst xmlns:a="http://schemas.openxmlformats.org/drawingml/2006/main">
              <a:ext uri="{FF2B5EF4-FFF2-40B4-BE49-F238E27FC236}">
                <a16:creationId xmlns:a16="http://schemas.microsoft.com/office/drawing/2014/main" id="{D6D98447-9F19-4EA2-B7D7-E2CC2170F974}"/>
              </a:ext>
            </a:extLst>
          </p:cNvPr>
          <p:cNvSpPr>
            <a:spLocks xmlns:a="http://schemas.openxmlformats.org/drawingml/2006/main" noGrp="1"/>
          </p:cNvSpPr>
          <p:nvPr/>
        </p:nvSpPr>
        <p:spPr>
          <a:xfrm xmlns:a="http://schemas.openxmlformats.org/drawingml/2006/main">
            <a:off x="685800" y="16764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区分</a:t>
            </a:r>
          </a:p>
        </p:txBody>
      </p:sp>
      <p:sp>
        <p:nvSpPr>
          <p:cNvPr id="7" name="">
            <a:extLst xmlns:a="http://schemas.openxmlformats.org/drawingml/2006/main">
              <a:ext uri="{FF2B5EF4-FFF2-40B4-BE49-F238E27FC236}">
                <a16:creationId xmlns:a16="http://schemas.microsoft.com/office/drawing/2014/main" id="{7FC15229-9772-45B7-A4E3-7A7CF866D2F8}"/>
              </a:ext>
            </a:extLst>
          </p:cNvPr>
          <p:cNvSpPr>
            <a:spLocks xmlns:a="http://schemas.openxmlformats.org/drawingml/2006/main" noGrp="1"/>
          </p:cNvSpPr>
          <p:nvPr/>
        </p:nvSpPr>
        <p:spPr>
          <a:xfrm xmlns:a="http://schemas.openxmlformats.org/drawingml/2006/main">
            <a:off x="2990850" y="1676400"/>
            <a:ext cx="4476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q8ftvn">
            <a:extLst xmlns:a="http://schemas.openxmlformats.org/drawingml/2006/main">
              <a:ext uri="{FF2B5EF4-FFF2-40B4-BE49-F238E27FC236}">
                <a16:creationId xmlns:a16="http://schemas.microsoft.com/office/drawing/2014/main" id="{1E9F5442-F6AC-47D5-8B96-66C77E313E05}"/>
              </a:ext>
            </a:extLst>
          </p:cNvPr>
          <p:cNvSpPr>
            <a:spLocks xmlns:a="http://schemas.openxmlformats.org/drawingml/2006/main" noGrp="1"/>
          </p:cNvSpPr>
          <p:nvPr/>
        </p:nvSpPr>
        <p:spPr>
          <a:xfrm xmlns:a="http://schemas.openxmlformats.org/drawingml/2006/main">
            <a:off x="3067050" y="1676400"/>
            <a:ext cx="432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主な入力項目</a:t>
            </a:r>
          </a:p>
        </p:txBody>
      </p:sp>
      <p:sp>
        <p:nvSpPr>
          <p:cNvPr id="9" name="">
            <a:extLst xmlns:a="http://schemas.openxmlformats.org/drawingml/2006/main">
              <a:ext uri="{FF2B5EF4-FFF2-40B4-BE49-F238E27FC236}">
                <a16:creationId xmlns:a16="http://schemas.microsoft.com/office/drawing/2014/main" id="{34226C9A-7EF8-4773-9E18-2EFD22EA5B67}"/>
              </a:ext>
            </a:extLst>
          </p:cNvPr>
          <p:cNvSpPr>
            <a:spLocks xmlns:a="http://schemas.openxmlformats.org/drawingml/2006/main" noGrp="1"/>
          </p:cNvSpPr>
          <p:nvPr/>
        </p:nvSpPr>
        <p:spPr>
          <a:xfrm xmlns:a="http://schemas.openxmlformats.org/drawingml/2006/main">
            <a:off x="7467600" y="1676400"/>
            <a:ext cx="41148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4cg7kz">
            <a:extLst xmlns:a="http://schemas.openxmlformats.org/drawingml/2006/main">
              <a:ext uri="{FF2B5EF4-FFF2-40B4-BE49-F238E27FC236}">
                <a16:creationId xmlns:a16="http://schemas.microsoft.com/office/drawing/2014/main" id="{19A11395-AEAA-4C5A-8DD2-9C42ACEC6D94}"/>
              </a:ext>
            </a:extLst>
          </p:cNvPr>
          <p:cNvSpPr>
            <a:spLocks xmlns:a="http://schemas.openxmlformats.org/drawingml/2006/main" noGrp="1"/>
          </p:cNvSpPr>
          <p:nvPr/>
        </p:nvSpPr>
        <p:spPr>
          <a:xfrm xmlns:a="http://schemas.openxmlformats.org/drawingml/2006/main">
            <a:off x="7543800" y="1676400"/>
            <a:ext cx="3962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特に確認すること</a:t>
            </a:r>
          </a:p>
        </p:txBody>
      </p:sp>
      <p:sp>
        <p:nvSpPr>
          <p:cNvPr id="11" name="">
            <a:extLst xmlns:a="http://schemas.openxmlformats.org/drawingml/2006/main">
              <a:ext uri="{FF2B5EF4-FFF2-40B4-BE49-F238E27FC236}">
                <a16:creationId xmlns:a16="http://schemas.microsoft.com/office/drawing/2014/main" id="{22900CC3-A452-4E50-9223-8F1AAACF3F72}"/>
              </a:ext>
            </a:extLst>
          </p:cNvPr>
          <p:cNvSpPr>
            <a:spLocks xmlns:a="http://schemas.openxmlformats.org/drawingml/2006/main" noGrp="1"/>
          </p:cNvSpPr>
          <p:nvPr/>
        </p:nvSpPr>
        <p:spPr>
          <a:xfrm xmlns:a="http://schemas.openxmlformats.org/drawingml/2006/main">
            <a:off x="609600" y="2038350"/>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s1zoes">
            <a:extLst xmlns:a="http://schemas.openxmlformats.org/drawingml/2006/main">
              <a:ext uri="{FF2B5EF4-FFF2-40B4-BE49-F238E27FC236}">
                <a16:creationId xmlns:a16="http://schemas.microsoft.com/office/drawing/2014/main" id="{B2EF2D93-158C-4EB9-B530-9901F6DCF76C}"/>
              </a:ext>
            </a:extLst>
          </p:cNvPr>
          <p:cNvSpPr>
            <a:spLocks xmlns:a="http://schemas.openxmlformats.org/drawingml/2006/main" noGrp="1"/>
          </p:cNvSpPr>
          <p:nvPr/>
        </p:nvSpPr>
        <p:spPr>
          <a:xfrm xmlns:a="http://schemas.openxmlformats.org/drawingml/2006/main">
            <a:off x="685800" y="20669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基本情報</a:t>
            </a:r>
          </a:p>
        </p:txBody>
      </p:sp>
      <p:sp>
        <p:nvSpPr>
          <p:cNvPr id="13" name="">
            <a:extLst xmlns:a="http://schemas.openxmlformats.org/drawingml/2006/main">
              <a:ext uri="{FF2B5EF4-FFF2-40B4-BE49-F238E27FC236}">
                <a16:creationId xmlns:a16="http://schemas.microsoft.com/office/drawing/2014/main" id="{5B3B09E7-96D4-4F3E-99D1-378AFCDDD757}"/>
              </a:ext>
            </a:extLst>
          </p:cNvPr>
          <p:cNvSpPr>
            <a:spLocks xmlns:a="http://schemas.openxmlformats.org/drawingml/2006/main" noGrp="1"/>
          </p:cNvSpPr>
          <p:nvPr/>
        </p:nvSpPr>
        <p:spPr>
          <a:xfrm xmlns:a="http://schemas.openxmlformats.org/drawingml/2006/main">
            <a:off x="2990850" y="2038350"/>
            <a:ext cx="4476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7w3mur">
            <a:extLst xmlns:a="http://schemas.openxmlformats.org/drawingml/2006/main">
              <a:ext uri="{FF2B5EF4-FFF2-40B4-BE49-F238E27FC236}">
                <a16:creationId xmlns:a16="http://schemas.microsoft.com/office/drawing/2014/main" id="{75ED9C7F-9D36-46DC-A3A3-F07FEC1818DC}"/>
              </a:ext>
            </a:extLst>
          </p:cNvPr>
          <p:cNvSpPr>
            <a:spLocks xmlns:a="http://schemas.openxmlformats.org/drawingml/2006/main" noGrp="1"/>
          </p:cNvSpPr>
          <p:nvPr/>
        </p:nvSpPr>
        <p:spPr>
          <a:xfrm xmlns:a="http://schemas.openxmlformats.org/drawingml/2006/main">
            <a:off x="3067050" y="20669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品番・商品名・事業者</a:t>
            </a:r>
          </a:p>
        </p:txBody>
      </p:sp>
      <p:sp>
        <p:nvSpPr>
          <p:cNvPr id="15" name="">
            <a:extLst xmlns:a="http://schemas.openxmlformats.org/drawingml/2006/main">
              <a:ext uri="{FF2B5EF4-FFF2-40B4-BE49-F238E27FC236}">
                <a16:creationId xmlns:a16="http://schemas.microsoft.com/office/drawing/2014/main" id="{FCC1DAF7-1C43-455F-8A58-43949AA73428}"/>
              </a:ext>
            </a:extLst>
          </p:cNvPr>
          <p:cNvSpPr>
            <a:spLocks xmlns:a="http://schemas.openxmlformats.org/drawingml/2006/main" noGrp="1"/>
          </p:cNvSpPr>
          <p:nvPr/>
        </p:nvSpPr>
        <p:spPr>
          <a:xfrm xmlns:a="http://schemas.openxmlformats.org/drawingml/2006/main">
            <a:off x="7467600" y="2038350"/>
            <a:ext cx="4114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czfpsk">
            <a:extLst xmlns:a="http://schemas.openxmlformats.org/drawingml/2006/main">
              <a:ext uri="{FF2B5EF4-FFF2-40B4-BE49-F238E27FC236}">
                <a16:creationId xmlns:a16="http://schemas.microsoft.com/office/drawing/2014/main" id="{841C83B8-9A54-48F5-B14F-24D752C0D642}"/>
              </a:ext>
            </a:extLst>
          </p:cNvPr>
          <p:cNvSpPr>
            <a:spLocks xmlns:a="http://schemas.openxmlformats.org/drawingml/2006/main" noGrp="1"/>
          </p:cNvSpPr>
          <p:nvPr/>
        </p:nvSpPr>
        <p:spPr>
          <a:xfrm xmlns:a="http://schemas.openxmlformats.org/drawingml/2006/main">
            <a:off x="7543800" y="20669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品番入力／取得依頼</a:t>
            </a:r>
          </a:p>
        </p:txBody>
      </p:sp>
      <p:sp>
        <p:nvSpPr>
          <p:cNvPr id="17" name="">
            <a:extLst xmlns:a="http://schemas.openxmlformats.org/drawingml/2006/main">
              <a:ext uri="{FF2B5EF4-FFF2-40B4-BE49-F238E27FC236}">
                <a16:creationId xmlns:a16="http://schemas.microsoft.com/office/drawing/2014/main" id="{186EC5D4-CC05-4BEB-94D2-31483FD0E369}"/>
              </a:ext>
            </a:extLst>
          </p:cNvPr>
          <p:cNvSpPr>
            <a:spLocks xmlns:a="http://schemas.openxmlformats.org/drawingml/2006/main" noGrp="1"/>
          </p:cNvSpPr>
          <p:nvPr/>
        </p:nvSpPr>
        <p:spPr>
          <a:xfrm xmlns:a="http://schemas.openxmlformats.org/drawingml/2006/main">
            <a:off x="609600" y="2533650"/>
            <a:ext cx="2381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6nnkyw">
            <a:extLst xmlns:a="http://schemas.openxmlformats.org/drawingml/2006/main">
              <a:ext uri="{FF2B5EF4-FFF2-40B4-BE49-F238E27FC236}">
                <a16:creationId xmlns:a16="http://schemas.microsoft.com/office/drawing/2014/main" id="{53C89C9A-67C9-4F42-9D79-2CC8AD491F58}"/>
              </a:ext>
            </a:extLst>
          </p:cNvPr>
          <p:cNvSpPr>
            <a:spLocks xmlns:a="http://schemas.openxmlformats.org/drawingml/2006/main" noGrp="1"/>
          </p:cNvSpPr>
          <p:nvPr/>
        </p:nvSpPr>
        <p:spPr>
          <a:xfrm xmlns:a="http://schemas.openxmlformats.org/drawingml/2006/main">
            <a:off x="685800" y="25622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商品詳細</a:t>
            </a:r>
          </a:p>
        </p:txBody>
      </p:sp>
      <p:sp>
        <p:nvSpPr>
          <p:cNvPr id="19" name="">
            <a:extLst xmlns:a="http://schemas.openxmlformats.org/drawingml/2006/main">
              <a:ext uri="{FF2B5EF4-FFF2-40B4-BE49-F238E27FC236}">
                <a16:creationId xmlns:a16="http://schemas.microsoft.com/office/drawing/2014/main" id="{A53E6040-48EC-4D53-A24E-A84293C0760C}"/>
              </a:ext>
            </a:extLst>
          </p:cNvPr>
          <p:cNvSpPr>
            <a:spLocks xmlns:a="http://schemas.openxmlformats.org/drawingml/2006/main" noGrp="1"/>
          </p:cNvSpPr>
          <p:nvPr/>
        </p:nvSpPr>
        <p:spPr>
          <a:xfrm xmlns:a="http://schemas.openxmlformats.org/drawingml/2006/main">
            <a:off x="2990850" y="2533650"/>
            <a:ext cx="44767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bpdv6b">
            <a:extLst xmlns:a="http://schemas.openxmlformats.org/drawingml/2006/main">
              <a:ext uri="{FF2B5EF4-FFF2-40B4-BE49-F238E27FC236}">
                <a16:creationId xmlns:a16="http://schemas.microsoft.com/office/drawing/2014/main" id="{C6F83395-A5FF-4FD6-AFD8-69CBD54732A4}"/>
              </a:ext>
            </a:extLst>
          </p:cNvPr>
          <p:cNvSpPr>
            <a:spLocks xmlns:a="http://schemas.openxmlformats.org/drawingml/2006/main" noGrp="1"/>
          </p:cNvSpPr>
          <p:nvPr/>
        </p:nvSpPr>
        <p:spPr>
          <a:xfrm xmlns:a="http://schemas.openxmlformats.org/drawingml/2006/main">
            <a:off x="3067050" y="25622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寄附額・説明・容量・地場産品</a:t>
            </a:r>
          </a:p>
        </p:txBody>
      </p:sp>
      <p:sp>
        <p:nvSpPr>
          <p:cNvPr id="21" name="">
            <a:extLst xmlns:a="http://schemas.openxmlformats.org/drawingml/2006/main">
              <a:ext uri="{FF2B5EF4-FFF2-40B4-BE49-F238E27FC236}">
                <a16:creationId xmlns:a16="http://schemas.microsoft.com/office/drawing/2014/main" id="{6614577C-24D0-4E8A-B98F-995EEC50CD03}"/>
              </a:ext>
            </a:extLst>
          </p:cNvPr>
          <p:cNvSpPr>
            <a:spLocks xmlns:a="http://schemas.openxmlformats.org/drawingml/2006/main" noGrp="1"/>
          </p:cNvSpPr>
          <p:nvPr/>
        </p:nvSpPr>
        <p:spPr>
          <a:xfrm xmlns:a="http://schemas.openxmlformats.org/drawingml/2006/main">
            <a:off x="7467600" y="2533650"/>
            <a:ext cx="411480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wpw6vl">
            <a:extLst xmlns:a="http://schemas.openxmlformats.org/drawingml/2006/main">
              <a:ext uri="{FF2B5EF4-FFF2-40B4-BE49-F238E27FC236}">
                <a16:creationId xmlns:a16="http://schemas.microsoft.com/office/drawing/2014/main" id="{F6A221DE-3B15-414E-A120-073762E61DB6}"/>
              </a:ext>
            </a:extLst>
          </p:cNvPr>
          <p:cNvSpPr>
            <a:spLocks xmlns:a="http://schemas.openxmlformats.org/drawingml/2006/main" noGrp="1"/>
          </p:cNvSpPr>
          <p:nvPr/>
        </p:nvSpPr>
        <p:spPr>
          <a:xfrm xmlns:a="http://schemas.openxmlformats.org/drawingml/2006/main">
            <a:off x="7543800" y="25622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カテゴリーは大→中→小</a:t>
            </a:r>
          </a:p>
        </p:txBody>
      </p:sp>
      <p:sp>
        <p:nvSpPr>
          <p:cNvPr id="23" name="">
            <a:extLst xmlns:a="http://schemas.openxmlformats.org/drawingml/2006/main">
              <a:ext uri="{FF2B5EF4-FFF2-40B4-BE49-F238E27FC236}">
                <a16:creationId xmlns:a16="http://schemas.microsoft.com/office/drawing/2014/main" id="{A65D86C1-A477-4A04-846C-C885EF87DA41}"/>
              </a:ext>
            </a:extLst>
          </p:cNvPr>
          <p:cNvSpPr>
            <a:spLocks xmlns:a="http://schemas.openxmlformats.org/drawingml/2006/main" noGrp="1"/>
          </p:cNvSpPr>
          <p:nvPr/>
        </p:nvSpPr>
        <p:spPr>
          <a:xfrm xmlns:a="http://schemas.openxmlformats.org/drawingml/2006/main">
            <a:off x="609600" y="3028950"/>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65iqbc">
            <a:extLst xmlns:a="http://schemas.openxmlformats.org/drawingml/2006/main">
              <a:ext uri="{FF2B5EF4-FFF2-40B4-BE49-F238E27FC236}">
                <a16:creationId xmlns:a16="http://schemas.microsoft.com/office/drawing/2014/main" id="{DCCDAD20-C3D1-4589-9115-D9E7823754B3}"/>
              </a:ext>
            </a:extLst>
          </p:cNvPr>
          <p:cNvSpPr>
            <a:spLocks xmlns:a="http://schemas.openxmlformats.org/drawingml/2006/main" noGrp="1"/>
          </p:cNvSpPr>
          <p:nvPr/>
        </p:nvSpPr>
        <p:spPr>
          <a:xfrm xmlns:a="http://schemas.openxmlformats.org/drawingml/2006/main">
            <a:off x="685800" y="30575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配送情報</a:t>
            </a:r>
          </a:p>
        </p:txBody>
      </p:sp>
      <p:sp>
        <p:nvSpPr>
          <p:cNvPr id="25" name="">
            <a:extLst xmlns:a="http://schemas.openxmlformats.org/drawingml/2006/main">
              <a:ext uri="{FF2B5EF4-FFF2-40B4-BE49-F238E27FC236}">
                <a16:creationId xmlns:a16="http://schemas.microsoft.com/office/drawing/2014/main" id="{1A24EDD7-066D-46B2-8659-EE08A8CDE041}"/>
              </a:ext>
            </a:extLst>
          </p:cNvPr>
          <p:cNvSpPr>
            <a:spLocks xmlns:a="http://schemas.openxmlformats.org/drawingml/2006/main" noGrp="1"/>
          </p:cNvSpPr>
          <p:nvPr/>
        </p:nvSpPr>
        <p:spPr>
          <a:xfrm xmlns:a="http://schemas.openxmlformats.org/drawingml/2006/main">
            <a:off x="2990850" y="3028950"/>
            <a:ext cx="4476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w09kq4">
            <a:extLst xmlns:a="http://schemas.openxmlformats.org/drawingml/2006/main">
              <a:ext uri="{FF2B5EF4-FFF2-40B4-BE49-F238E27FC236}">
                <a16:creationId xmlns:a16="http://schemas.microsoft.com/office/drawing/2014/main" id="{22141529-F617-4DBF-A383-D951E8B4606D}"/>
              </a:ext>
            </a:extLst>
          </p:cNvPr>
          <p:cNvSpPr>
            <a:spLocks xmlns:a="http://schemas.openxmlformats.org/drawingml/2006/main" noGrp="1"/>
          </p:cNvSpPr>
          <p:nvPr/>
        </p:nvSpPr>
        <p:spPr>
          <a:xfrm xmlns:a="http://schemas.openxmlformats.org/drawingml/2006/main">
            <a:off x="3067050" y="30575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温度帯・発送期日・配送業者</a:t>
            </a:r>
          </a:p>
        </p:txBody>
      </p:sp>
      <p:sp>
        <p:nvSpPr>
          <p:cNvPr id="27" name="">
            <a:extLst xmlns:a="http://schemas.openxmlformats.org/drawingml/2006/main">
              <a:ext uri="{FF2B5EF4-FFF2-40B4-BE49-F238E27FC236}">
                <a16:creationId xmlns:a16="http://schemas.microsoft.com/office/drawing/2014/main" id="{330AFAC5-845D-4200-B458-9981AF7A2D2E}"/>
              </a:ext>
            </a:extLst>
          </p:cNvPr>
          <p:cNvSpPr>
            <a:spLocks xmlns:a="http://schemas.openxmlformats.org/drawingml/2006/main" noGrp="1"/>
          </p:cNvSpPr>
          <p:nvPr/>
        </p:nvSpPr>
        <p:spPr>
          <a:xfrm xmlns:a="http://schemas.openxmlformats.org/drawingml/2006/main">
            <a:off x="7467600" y="3028950"/>
            <a:ext cx="4114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0r835l">
            <a:extLst xmlns:a="http://schemas.openxmlformats.org/drawingml/2006/main">
              <a:ext uri="{FF2B5EF4-FFF2-40B4-BE49-F238E27FC236}">
                <a16:creationId xmlns:a16="http://schemas.microsoft.com/office/drawing/2014/main" id="{11723D91-4367-4F0F-A7B9-6658FD06BA10}"/>
              </a:ext>
            </a:extLst>
          </p:cNvPr>
          <p:cNvSpPr>
            <a:spLocks xmlns:a="http://schemas.openxmlformats.org/drawingml/2006/main" noGrp="1"/>
          </p:cNvSpPr>
          <p:nvPr/>
        </p:nvSpPr>
        <p:spPr>
          <a:xfrm xmlns:a="http://schemas.openxmlformats.org/drawingml/2006/main">
            <a:off x="7543800" y="30575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発送期日種別と内容を一致</a:t>
            </a:r>
          </a:p>
        </p:txBody>
      </p:sp>
      <p:sp>
        <p:nvSpPr>
          <p:cNvPr id="29" name="">
            <a:extLst xmlns:a="http://schemas.openxmlformats.org/drawingml/2006/main">
              <a:ext uri="{FF2B5EF4-FFF2-40B4-BE49-F238E27FC236}">
                <a16:creationId xmlns:a16="http://schemas.microsoft.com/office/drawing/2014/main" id="{6ABB058F-40FB-4516-932C-8ECE34090C0F}"/>
              </a:ext>
            </a:extLst>
          </p:cNvPr>
          <p:cNvSpPr>
            <a:spLocks xmlns:a="http://schemas.openxmlformats.org/drawingml/2006/main" noGrp="1"/>
          </p:cNvSpPr>
          <p:nvPr/>
        </p:nvSpPr>
        <p:spPr>
          <a:xfrm xmlns:a="http://schemas.openxmlformats.org/drawingml/2006/main">
            <a:off x="609600" y="3524250"/>
            <a:ext cx="2381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t51muo">
            <a:extLst xmlns:a="http://schemas.openxmlformats.org/drawingml/2006/main">
              <a:ext uri="{FF2B5EF4-FFF2-40B4-BE49-F238E27FC236}">
                <a16:creationId xmlns:a16="http://schemas.microsoft.com/office/drawing/2014/main" id="{21AF7921-E54B-4ED1-9B1E-1A491DDC291C}"/>
              </a:ext>
            </a:extLst>
          </p:cNvPr>
          <p:cNvSpPr>
            <a:spLocks xmlns:a="http://schemas.openxmlformats.org/drawingml/2006/main" noGrp="1"/>
          </p:cNvSpPr>
          <p:nvPr/>
        </p:nvSpPr>
        <p:spPr>
          <a:xfrm xmlns:a="http://schemas.openxmlformats.org/drawingml/2006/main">
            <a:off x="685800" y="35528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公開・受付設定</a:t>
            </a:r>
          </a:p>
        </p:txBody>
      </p:sp>
      <p:sp>
        <p:nvSpPr>
          <p:cNvPr id="31" name="">
            <a:extLst xmlns:a="http://schemas.openxmlformats.org/drawingml/2006/main">
              <a:ext uri="{FF2B5EF4-FFF2-40B4-BE49-F238E27FC236}">
                <a16:creationId xmlns:a16="http://schemas.microsoft.com/office/drawing/2014/main" id="{64F7D0F7-4D0B-475D-80D2-B16A22E1D466}"/>
              </a:ext>
            </a:extLst>
          </p:cNvPr>
          <p:cNvSpPr>
            <a:spLocks xmlns:a="http://schemas.openxmlformats.org/drawingml/2006/main" noGrp="1"/>
          </p:cNvSpPr>
          <p:nvPr/>
        </p:nvSpPr>
        <p:spPr>
          <a:xfrm xmlns:a="http://schemas.openxmlformats.org/drawingml/2006/main">
            <a:off x="2990850" y="3524250"/>
            <a:ext cx="44767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0j02xm">
            <a:extLst xmlns:a="http://schemas.openxmlformats.org/drawingml/2006/main">
              <a:ext uri="{FF2B5EF4-FFF2-40B4-BE49-F238E27FC236}">
                <a16:creationId xmlns:a16="http://schemas.microsoft.com/office/drawing/2014/main" id="{F96D0D9F-2574-4364-8D98-2D03828176E2}"/>
              </a:ext>
            </a:extLst>
          </p:cNvPr>
          <p:cNvSpPr>
            <a:spLocks xmlns:a="http://schemas.openxmlformats.org/drawingml/2006/main" noGrp="1"/>
          </p:cNvSpPr>
          <p:nvPr/>
        </p:nvSpPr>
        <p:spPr>
          <a:xfrm xmlns:a="http://schemas.openxmlformats.org/drawingml/2006/main">
            <a:off x="3067050" y="35528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受付開始・終了・表示状態</a:t>
            </a:r>
          </a:p>
        </p:txBody>
      </p:sp>
      <p:sp>
        <p:nvSpPr>
          <p:cNvPr id="33" name="">
            <a:extLst xmlns:a="http://schemas.openxmlformats.org/drawingml/2006/main">
              <a:ext uri="{FF2B5EF4-FFF2-40B4-BE49-F238E27FC236}">
                <a16:creationId xmlns:a16="http://schemas.microsoft.com/office/drawing/2014/main" id="{E8A0C28A-6D03-4EA3-B639-8F67D8E8E0FF}"/>
              </a:ext>
            </a:extLst>
          </p:cNvPr>
          <p:cNvSpPr>
            <a:spLocks xmlns:a="http://schemas.openxmlformats.org/drawingml/2006/main" noGrp="1"/>
          </p:cNvSpPr>
          <p:nvPr/>
        </p:nvSpPr>
        <p:spPr>
          <a:xfrm xmlns:a="http://schemas.openxmlformats.org/drawingml/2006/main">
            <a:off x="7467600" y="3524250"/>
            <a:ext cx="411480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79ng9g">
            <a:extLst xmlns:a="http://schemas.openxmlformats.org/drawingml/2006/main">
              <a:ext uri="{FF2B5EF4-FFF2-40B4-BE49-F238E27FC236}">
                <a16:creationId xmlns:a16="http://schemas.microsoft.com/office/drawing/2014/main" id="{7F06A519-C745-4412-979C-E5C15BBCE383}"/>
              </a:ext>
            </a:extLst>
          </p:cNvPr>
          <p:cNvSpPr>
            <a:spLocks xmlns:a="http://schemas.openxmlformats.org/drawingml/2006/main" noGrp="1"/>
          </p:cNvSpPr>
          <p:nvPr/>
        </p:nvSpPr>
        <p:spPr>
          <a:xfrm xmlns:a="http://schemas.openxmlformats.org/drawingml/2006/main">
            <a:off x="7543800" y="35528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新規は原則非表示</a:t>
            </a:r>
          </a:p>
        </p:txBody>
      </p:sp>
      <p:sp>
        <p:nvSpPr>
          <p:cNvPr id="35" name="">
            <a:extLst xmlns:a="http://schemas.openxmlformats.org/drawingml/2006/main">
              <a:ext uri="{FF2B5EF4-FFF2-40B4-BE49-F238E27FC236}">
                <a16:creationId xmlns:a16="http://schemas.microsoft.com/office/drawing/2014/main" id="{9572D2A6-1DE9-4BB4-8AF7-D79E502CD5CD}"/>
              </a:ext>
            </a:extLst>
          </p:cNvPr>
          <p:cNvSpPr>
            <a:spLocks xmlns:a="http://schemas.openxmlformats.org/drawingml/2006/main" noGrp="1"/>
          </p:cNvSpPr>
          <p:nvPr/>
        </p:nvSpPr>
        <p:spPr>
          <a:xfrm xmlns:a="http://schemas.openxmlformats.org/drawingml/2006/main">
            <a:off x="609600" y="4019550"/>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txiet2">
            <a:extLst xmlns:a="http://schemas.openxmlformats.org/drawingml/2006/main">
              <a:ext uri="{FF2B5EF4-FFF2-40B4-BE49-F238E27FC236}">
                <a16:creationId xmlns:a16="http://schemas.microsoft.com/office/drawing/2014/main" id="{1BE35F63-75D7-4969-982F-D69E74394F24}"/>
              </a:ext>
            </a:extLst>
          </p:cNvPr>
          <p:cNvSpPr>
            <a:spLocks xmlns:a="http://schemas.openxmlformats.org/drawingml/2006/main" noGrp="1"/>
          </p:cNvSpPr>
          <p:nvPr/>
        </p:nvSpPr>
        <p:spPr>
          <a:xfrm xmlns:a="http://schemas.openxmlformats.org/drawingml/2006/main">
            <a:off x="685800" y="40481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アレルギー情報</a:t>
            </a:r>
          </a:p>
        </p:txBody>
      </p:sp>
      <p:sp>
        <p:nvSpPr>
          <p:cNvPr id="37" name="">
            <a:extLst xmlns:a="http://schemas.openxmlformats.org/drawingml/2006/main">
              <a:ext uri="{FF2B5EF4-FFF2-40B4-BE49-F238E27FC236}">
                <a16:creationId xmlns:a16="http://schemas.microsoft.com/office/drawing/2014/main" id="{1242DEE5-2C9C-4D1E-AB53-F31F4519E572}"/>
              </a:ext>
            </a:extLst>
          </p:cNvPr>
          <p:cNvSpPr>
            <a:spLocks xmlns:a="http://schemas.openxmlformats.org/drawingml/2006/main" noGrp="1"/>
          </p:cNvSpPr>
          <p:nvPr/>
        </p:nvSpPr>
        <p:spPr>
          <a:xfrm xmlns:a="http://schemas.openxmlformats.org/drawingml/2006/main">
            <a:off x="2990850" y="4019550"/>
            <a:ext cx="4476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ravmf1">
            <a:extLst xmlns:a="http://schemas.openxmlformats.org/drawingml/2006/main">
              <a:ext uri="{FF2B5EF4-FFF2-40B4-BE49-F238E27FC236}">
                <a16:creationId xmlns:a16="http://schemas.microsoft.com/office/drawing/2014/main" id="{21CE833B-7BDF-491F-A0D5-A02FC20E8F79}"/>
              </a:ext>
            </a:extLst>
          </p:cNvPr>
          <p:cNvSpPr>
            <a:spLocks xmlns:a="http://schemas.openxmlformats.org/drawingml/2006/main" noGrp="1"/>
          </p:cNvSpPr>
          <p:nvPr/>
        </p:nvSpPr>
        <p:spPr>
          <a:xfrm xmlns:a="http://schemas.openxmlformats.org/drawingml/2006/main">
            <a:off x="3067050" y="40481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該当品目・特記事項</a:t>
            </a:r>
          </a:p>
        </p:txBody>
      </p:sp>
      <p:sp>
        <p:nvSpPr>
          <p:cNvPr id="39" name="">
            <a:extLst xmlns:a="http://schemas.openxmlformats.org/drawingml/2006/main">
              <a:ext uri="{FF2B5EF4-FFF2-40B4-BE49-F238E27FC236}">
                <a16:creationId xmlns:a16="http://schemas.microsoft.com/office/drawing/2014/main" id="{EF4FE042-5914-4872-9F0C-E5D7F01249CF}"/>
              </a:ext>
            </a:extLst>
          </p:cNvPr>
          <p:cNvSpPr>
            <a:spLocks xmlns:a="http://schemas.openxmlformats.org/drawingml/2006/main" noGrp="1"/>
          </p:cNvSpPr>
          <p:nvPr/>
        </p:nvSpPr>
        <p:spPr>
          <a:xfrm xmlns:a="http://schemas.openxmlformats.org/drawingml/2006/main">
            <a:off x="7467600" y="4019550"/>
            <a:ext cx="4114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uv6cj4">
            <a:extLst xmlns:a="http://schemas.openxmlformats.org/drawingml/2006/main">
              <a:ext uri="{FF2B5EF4-FFF2-40B4-BE49-F238E27FC236}">
                <a16:creationId xmlns:a16="http://schemas.microsoft.com/office/drawing/2014/main" id="{BB5407BA-44E7-49C2-95DF-1F250B38F0C1}"/>
              </a:ext>
            </a:extLst>
          </p:cNvPr>
          <p:cNvSpPr>
            <a:spLocks xmlns:a="http://schemas.openxmlformats.org/drawingml/2006/main" noGrp="1"/>
          </p:cNvSpPr>
          <p:nvPr/>
        </p:nvSpPr>
        <p:spPr>
          <a:xfrm xmlns:a="http://schemas.openxmlformats.org/drawingml/2006/main">
            <a:off x="7543800" y="40481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商品ごとに選択</a:t>
            </a:r>
          </a:p>
        </p:txBody>
      </p:sp>
      <p:sp>
        <p:nvSpPr>
          <p:cNvPr id="41" name="">
            <a:extLst xmlns:a="http://schemas.openxmlformats.org/drawingml/2006/main">
              <a:ext uri="{FF2B5EF4-FFF2-40B4-BE49-F238E27FC236}">
                <a16:creationId xmlns:a16="http://schemas.microsoft.com/office/drawing/2014/main" id="{D386E0DB-1D28-4984-9522-2BBD64154F74}"/>
              </a:ext>
            </a:extLst>
          </p:cNvPr>
          <p:cNvSpPr>
            <a:spLocks xmlns:a="http://schemas.openxmlformats.org/drawingml/2006/main" noGrp="1"/>
          </p:cNvSpPr>
          <p:nvPr/>
        </p:nvSpPr>
        <p:spPr>
          <a:xfrm xmlns:a="http://schemas.openxmlformats.org/drawingml/2006/main">
            <a:off x="609600" y="4514850"/>
            <a:ext cx="2381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tba7p1">
            <a:extLst xmlns:a="http://schemas.openxmlformats.org/drawingml/2006/main">
              <a:ext uri="{FF2B5EF4-FFF2-40B4-BE49-F238E27FC236}">
                <a16:creationId xmlns:a16="http://schemas.microsoft.com/office/drawing/2014/main" id="{43B53A41-7645-4C99-8251-93F4B4C6AE20}"/>
              </a:ext>
            </a:extLst>
          </p:cNvPr>
          <p:cNvSpPr>
            <a:spLocks xmlns:a="http://schemas.openxmlformats.org/drawingml/2006/main" noGrp="1"/>
          </p:cNvSpPr>
          <p:nvPr/>
        </p:nvSpPr>
        <p:spPr>
          <a:xfrm xmlns:a="http://schemas.openxmlformats.org/drawingml/2006/main">
            <a:off x="685800" y="45434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Backlog用情報</a:t>
            </a:r>
          </a:p>
        </p:txBody>
      </p:sp>
      <p:sp>
        <p:nvSpPr>
          <p:cNvPr id="43" name="">
            <a:extLst xmlns:a="http://schemas.openxmlformats.org/drawingml/2006/main">
              <a:ext uri="{FF2B5EF4-FFF2-40B4-BE49-F238E27FC236}">
                <a16:creationId xmlns:a16="http://schemas.microsoft.com/office/drawing/2014/main" id="{DBF59444-75CE-407E-A81C-ABD23519F51A}"/>
              </a:ext>
            </a:extLst>
          </p:cNvPr>
          <p:cNvSpPr>
            <a:spLocks xmlns:a="http://schemas.openxmlformats.org/drawingml/2006/main" noGrp="1"/>
          </p:cNvSpPr>
          <p:nvPr/>
        </p:nvSpPr>
        <p:spPr>
          <a:xfrm xmlns:a="http://schemas.openxmlformats.org/drawingml/2006/main">
            <a:off x="2990850" y="4514850"/>
            <a:ext cx="44767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cb7jq2">
            <a:extLst xmlns:a="http://schemas.openxmlformats.org/drawingml/2006/main">
              <a:ext uri="{FF2B5EF4-FFF2-40B4-BE49-F238E27FC236}">
                <a16:creationId xmlns:a16="http://schemas.microsoft.com/office/drawing/2014/main" id="{1F6349DA-1AFD-4C09-989C-3DF3E694B1A0}"/>
              </a:ext>
            </a:extLst>
          </p:cNvPr>
          <p:cNvSpPr>
            <a:spLocks xmlns:a="http://schemas.openxmlformats.org/drawingml/2006/main" noGrp="1"/>
          </p:cNvSpPr>
          <p:nvPr/>
        </p:nvSpPr>
        <p:spPr>
          <a:xfrm xmlns:a="http://schemas.openxmlformats.org/drawingml/2006/main">
            <a:off x="3067050" y="45434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在庫・商品代・発送可能時期</a:t>
            </a:r>
          </a:p>
        </p:txBody>
      </p:sp>
      <p:sp>
        <p:nvSpPr>
          <p:cNvPr id="45" name="">
            <a:extLst xmlns:a="http://schemas.openxmlformats.org/drawingml/2006/main">
              <a:ext uri="{FF2B5EF4-FFF2-40B4-BE49-F238E27FC236}">
                <a16:creationId xmlns:a16="http://schemas.microsoft.com/office/drawing/2014/main" id="{04E3D410-5636-4B9F-95FE-9565B8A424F0}"/>
              </a:ext>
            </a:extLst>
          </p:cNvPr>
          <p:cNvSpPr>
            <a:spLocks xmlns:a="http://schemas.openxmlformats.org/drawingml/2006/main" noGrp="1"/>
          </p:cNvSpPr>
          <p:nvPr/>
        </p:nvSpPr>
        <p:spPr>
          <a:xfrm xmlns:a="http://schemas.openxmlformats.org/drawingml/2006/main">
            <a:off x="7467600" y="4514850"/>
            <a:ext cx="411480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go8zl9">
            <a:extLst xmlns:a="http://schemas.openxmlformats.org/drawingml/2006/main">
              <a:ext uri="{FF2B5EF4-FFF2-40B4-BE49-F238E27FC236}">
                <a16:creationId xmlns:a16="http://schemas.microsoft.com/office/drawing/2014/main" id="{E90A24DD-AD54-482E-AC44-4A4EAD1B2997}"/>
              </a:ext>
            </a:extLst>
          </p:cNvPr>
          <p:cNvSpPr>
            <a:spLocks xmlns:a="http://schemas.openxmlformats.org/drawingml/2006/main" noGrp="1"/>
          </p:cNvSpPr>
          <p:nvPr/>
        </p:nvSpPr>
        <p:spPr>
          <a:xfrm xmlns:a="http://schemas.openxmlformats.org/drawingml/2006/main">
            <a:off x="7543800" y="45434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チョイスマスタ外だが必須</a:t>
            </a:r>
          </a:p>
        </p:txBody>
      </p:sp>
      <p:sp>
        <p:nvSpPr>
          <p:cNvPr id="47" name="">
            <a:extLst xmlns:a="http://schemas.openxmlformats.org/drawingml/2006/main">
              <a:ext uri="{FF2B5EF4-FFF2-40B4-BE49-F238E27FC236}">
                <a16:creationId xmlns:a16="http://schemas.microsoft.com/office/drawing/2014/main" id="{EE1DA9E2-730B-4F43-9775-C2B8E0500956}"/>
              </a:ext>
            </a:extLst>
          </p:cNvPr>
          <p:cNvSpPr>
            <a:spLocks xmlns:a="http://schemas.openxmlformats.org/drawingml/2006/main" noGrp="1"/>
          </p:cNvSpPr>
          <p:nvPr/>
        </p:nvSpPr>
        <p:spPr>
          <a:xfrm xmlns:a="http://schemas.openxmlformats.org/drawingml/2006/main">
            <a:off x="609600" y="5010150"/>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noy9ho">
            <a:extLst xmlns:a="http://schemas.openxmlformats.org/drawingml/2006/main">
              <a:ext uri="{FF2B5EF4-FFF2-40B4-BE49-F238E27FC236}">
                <a16:creationId xmlns:a16="http://schemas.microsoft.com/office/drawing/2014/main" id="{DB510B6F-BA95-49E0-B7FA-143D48F4DB71}"/>
              </a:ext>
            </a:extLst>
          </p:cNvPr>
          <p:cNvSpPr>
            <a:spLocks xmlns:a="http://schemas.openxmlformats.org/drawingml/2006/main" noGrp="1"/>
          </p:cNvSpPr>
          <p:nvPr/>
        </p:nvSpPr>
        <p:spPr>
          <a:xfrm xmlns:a="http://schemas.openxmlformats.org/drawingml/2006/main">
            <a:off x="685800" y="50387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共通追加情報</a:t>
            </a:r>
          </a:p>
        </p:txBody>
      </p:sp>
      <p:sp>
        <p:nvSpPr>
          <p:cNvPr id="49" name="">
            <a:extLst xmlns:a="http://schemas.openxmlformats.org/drawingml/2006/main">
              <a:ext uri="{FF2B5EF4-FFF2-40B4-BE49-F238E27FC236}">
                <a16:creationId xmlns:a16="http://schemas.microsoft.com/office/drawing/2014/main" id="{7ADD5174-45E4-4FF2-BBF5-B365CC4E7827}"/>
              </a:ext>
            </a:extLst>
          </p:cNvPr>
          <p:cNvSpPr>
            <a:spLocks xmlns:a="http://schemas.openxmlformats.org/drawingml/2006/main" noGrp="1"/>
          </p:cNvSpPr>
          <p:nvPr/>
        </p:nvSpPr>
        <p:spPr>
          <a:xfrm xmlns:a="http://schemas.openxmlformats.org/drawingml/2006/main">
            <a:off x="2990850" y="5010150"/>
            <a:ext cx="4476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nwd3wt">
            <a:extLst xmlns:a="http://schemas.openxmlformats.org/drawingml/2006/main">
              <a:ext uri="{FF2B5EF4-FFF2-40B4-BE49-F238E27FC236}">
                <a16:creationId xmlns:a16="http://schemas.microsoft.com/office/drawing/2014/main" id="{779C717F-E483-48BC-8305-7DE9FD0C8B70}"/>
              </a:ext>
            </a:extLst>
          </p:cNvPr>
          <p:cNvSpPr>
            <a:spLocks xmlns:a="http://schemas.openxmlformats.org/drawingml/2006/main" noGrp="1"/>
          </p:cNvSpPr>
          <p:nvPr/>
        </p:nvSpPr>
        <p:spPr>
          <a:xfrm xmlns:a="http://schemas.openxmlformats.org/drawingml/2006/main">
            <a:off x="3067050" y="5038725"/>
            <a:ext cx="4324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補助項目</a:t>
            </a:r>
          </a:p>
        </p:txBody>
      </p:sp>
      <p:sp>
        <p:nvSpPr>
          <p:cNvPr id="51" name="">
            <a:extLst xmlns:a="http://schemas.openxmlformats.org/drawingml/2006/main">
              <a:ext uri="{FF2B5EF4-FFF2-40B4-BE49-F238E27FC236}">
                <a16:creationId xmlns:a16="http://schemas.microsoft.com/office/drawing/2014/main" id="{1D47058B-FC4F-4786-841B-023643CB5368}"/>
              </a:ext>
            </a:extLst>
          </p:cNvPr>
          <p:cNvSpPr>
            <a:spLocks xmlns:a="http://schemas.openxmlformats.org/drawingml/2006/main" noGrp="1"/>
          </p:cNvSpPr>
          <p:nvPr/>
        </p:nvSpPr>
        <p:spPr>
          <a:xfrm xmlns:a="http://schemas.openxmlformats.org/drawingml/2006/main">
            <a:off x="7467600" y="5010150"/>
            <a:ext cx="4114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wpvcwr">
            <a:extLst xmlns:a="http://schemas.openxmlformats.org/drawingml/2006/main">
              <a:ext uri="{FF2B5EF4-FFF2-40B4-BE49-F238E27FC236}">
                <a16:creationId xmlns:a16="http://schemas.microsoft.com/office/drawing/2014/main" id="{217FF47A-2EFF-4DD6-8F09-0C2592F7B891}"/>
              </a:ext>
            </a:extLst>
          </p:cNvPr>
          <p:cNvSpPr>
            <a:spLocks xmlns:a="http://schemas.openxmlformats.org/drawingml/2006/main" noGrp="1"/>
          </p:cNvSpPr>
          <p:nvPr/>
        </p:nvSpPr>
        <p:spPr>
          <a:xfrm xmlns:a="http://schemas.openxmlformats.org/drawingml/2006/main">
            <a:off x="7543800" y="5038725"/>
            <a:ext cx="396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Backlogと出力Excelへ保存</a:t>
            </a:r>
          </a:p>
        </p:txBody>
      </p:sp>
      <p:sp>
        <p:nvSpPr>
          <p:cNvPr id="53" name="">
            <a:extLst xmlns:a="http://schemas.openxmlformats.org/drawingml/2006/main">
              <a:ext uri="{FF2B5EF4-FFF2-40B4-BE49-F238E27FC236}">
                <a16:creationId xmlns:a16="http://schemas.microsoft.com/office/drawing/2014/main" id="{668028FF-C186-423A-8829-A85E931893DC}"/>
              </a:ext>
            </a:extLst>
          </p:cNvPr>
          <p:cNvSpPr>
            <a:spLocks xmlns:a="http://schemas.openxmlformats.org/drawingml/2006/main" noGrp="1"/>
          </p:cNvSpPr>
          <p:nvPr/>
        </p:nvSpPr>
        <p:spPr>
          <a:xfrm xmlns:a="http://schemas.openxmlformats.org/drawingml/2006/main">
            <a:off x="609600" y="5924550"/>
            <a:ext cx="10972800" cy="36195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54" name="text-f6fl64">
            <a:extLst xmlns:a="http://schemas.openxmlformats.org/drawingml/2006/main">
              <a:ext uri="{FF2B5EF4-FFF2-40B4-BE49-F238E27FC236}">
                <a16:creationId xmlns:a16="http://schemas.microsoft.com/office/drawing/2014/main" id="{02F6DC0A-5CA6-42A9-AAEA-4B63612F263B}"/>
              </a:ext>
            </a:extLst>
          </p:cNvPr>
          <p:cNvSpPr>
            <a:spLocks xmlns:a="http://schemas.openxmlformats.org/drawingml/2006/main" noGrp="1"/>
          </p:cNvSpPr>
          <p:nvPr/>
        </p:nvSpPr>
        <p:spPr>
          <a:xfrm xmlns:a="http://schemas.openxmlformats.org/drawingml/2006/main">
            <a:off x="781050" y="5934075"/>
            <a:ext cx="1062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D83A42"/>
                </a:solidFill>
              </a:defRPr>
            </a:pPr>
            <a:r>
              <a:rPr sz="1125" b="1">
                <a:solidFill>
                  <a:srgbClr val="D83A42"/>
                </a:solidFill>
              </a:rPr>
              <a:t>必須が不足すると保存できません。入力値は保持されるため、表示された項目を補完して再保存します。</a:t>
            </a:r>
          </a:p>
        </p:txBody>
      </p:sp>
      <p:sp>
        <p:nvSpPr>
          <p:cNvPr id="55" name="text-dkrxfo">
            <a:extLst xmlns:a="http://schemas.openxmlformats.org/drawingml/2006/main">
              <a:ext uri="{FF2B5EF4-FFF2-40B4-BE49-F238E27FC236}">
                <a16:creationId xmlns:a16="http://schemas.microsoft.com/office/drawing/2014/main" id="{CE5BCABC-8F79-46CD-9AF0-FFF1B5CED1F2}"/>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13</a:t>
            </a:r>
          </a:p>
        </p:txBody>
      </p:sp>
    </p:spTree>
    <p:extLst>
      <p:ext uri="{BB962C8B-B14F-4D97-AF65-F5344CB8AC3E}">
        <p14:creationId xmlns:p14="http://schemas.microsoft.com/office/powerpoint/2010/main" val="10327603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wtfccm">
            <a:extLst xmlns:a="http://schemas.openxmlformats.org/drawingml/2006/main">
              <a:ext uri="{FF2B5EF4-FFF2-40B4-BE49-F238E27FC236}">
                <a16:creationId xmlns:a16="http://schemas.microsoft.com/office/drawing/2014/main" id="{08AA6801-CE34-403B-A62E-4403D3C26A1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13 / CONDITIONAL INPUTS</a:t>
            </a:r>
          </a:p>
        </p:txBody>
      </p:sp>
      <p:sp>
        <p:nvSpPr>
          <p:cNvPr id="2" name="text-b3lw4o">
            <a:extLst xmlns:a="http://schemas.openxmlformats.org/drawingml/2006/main">
              <a:ext uri="{FF2B5EF4-FFF2-40B4-BE49-F238E27FC236}">
                <a16:creationId xmlns:a16="http://schemas.microsoft.com/office/drawing/2014/main" id="{5D93AE88-08A2-453B-B3B2-9D3C6EEDDA0D}"/>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選択内容に合わせて必要な欄だけ開く</a:t>
            </a:r>
          </a:p>
        </p:txBody>
      </p:sp>
      <p:sp>
        <p:nvSpPr>
          <p:cNvPr id="3" name="text-i61ani">
            <a:extLst xmlns:a="http://schemas.openxmlformats.org/drawingml/2006/main">
              <a:ext uri="{FF2B5EF4-FFF2-40B4-BE49-F238E27FC236}">
                <a16:creationId xmlns:a16="http://schemas.microsoft.com/office/drawing/2014/main" id="{4B58CA71-2E2D-4E19-BAC0-1EA9A4CD7870}"/>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日本語で選び、保存時はチョイス指定コードへ変換します。</a:t>
            </a:r>
          </a:p>
        </p:txBody>
      </p:sp>
      <p:sp>
        <p:nvSpPr>
          <p:cNvPr id="4" name="">
            <a:extLst xmlns:a="http://schemas.openxmlformats.org/drawingml/2006/main">
              <a:ext uri="{FF2B5EF4-FFF2-40B4-BE49-F238E27FC236}">
                <a16:creationId xmlns:a16="http://schemas.microsoft.com/office/drawing/2014/main" id="{69BB6900-AE18-4366-AF0B-2D6C22BCF45F}"/>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99EC308-19D7-4990-9CF5-CEF7D14B118A}"/>
              </a:ext>
            </a:extLst>
          </p:cNvPr>
          <p:cNvSpPr>
            <a:spLocks xmlns:a="http://schemas.openxmlformats.org/drawingml/2006/main" noGrp="1"/>
          </p:cNvSpPr>
          <p:nvPr/>
        </p:nvSpPr>
        <p:spPr>
          <a:xfrm xmlns:a="http://schemas.openxmlformats.org/drawingml/2006/main">
            <a:off x="666750" y="1752600"/>
            <a:ext cx="5048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5BFAC413-ECB7-4972-88E5-A8BC4D3481BA}"/>
              </a:ext>
            </a:extLst>
          </p:cNvPr>
          <p:cNvSpPr>
            <a:spLocks xmlns:a="http://schemas.openxmlformats.org/drawingml/2006/main" noGrp="1"/>
          </p:cNvSpPr>
          <p:nvPr/>
        </p:nvSpPr>
        <p:spPr>
          <a:xfrm xmlns:a="http://schemas.openxmlformats.org/drawingml/2006/main">
            <a:off x="857250" y="1905000"/>
            <a:ext cx="10477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7" name="text-60itoc">
            <a:extLst xmlns:a="http://schemas.openxmlformats.org/drawingml/2006/main">
              <a:ext uri="{FF2B5EF4-FFF2-40B4-BE49-F238E27FC236}">
                <a16:creationId xmlns:a16="http://schemas.microsoft.com/office/drawing/2014/main" id="{9C366D30-B1CD-4C4D-BC7C-7364202F1EA9}"/>
              </a:ext>
            </a:extLst>
          </p:cNvPr>
          <p:cNvSpPr>
            <a:spLocks xmlns:a="http://schemas.openxmlformats.org/drawingml/2006/main" noGrp="1"/>
          </p:cNvSpPr>
          <p:nvPr/>
        </p:nvSpPr>
        <p:spPr>
          <a:xfrm xmlns:a="http://schemas.openxmlformats.org/drawingml/2006/main">
            <a:off x="857250" y="19050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温度帯</a:t>
            </a:r>
          </a:p>
        </p:txBody>
      </p:sp>
      <p:sp>
        <p:nvSpPr>
          <p:cNvPr id="8" name="text-4518l9">
            <a:extLst xmlns:a="http://schemas.openxmlformats.org/drawingml/2006/main">
              <a:ext uri="{FF2B5EF4-FFF2-40B4-BE49-F238E27FC236}">
                <a16:creationId xmlns:a16="http://schemas.microsoft.com/office/drawing/2014/main" id="{BFD5863D-438D-496F-B8F9-BC1C65E180B4}"/>
              </a:ext>
            </a:extLst>
          </p:cNvPr>
          <p:cNvSpPr>
            <a:spLocks xmlns:a="http://schemas.openxmlformats.org/drawingml/2006/main" noGrp="1"/>
          </p:cNvSpPr>
          <p:nvPr/>
        </p:nvSpPr>
        <p:spPr>
          <a:xfrm xmlns:a="http://schemas.openxmlformats.org/drawingml/2006/main">
            <a:off x="857250" y="226695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常温・冷蔵・冷凍を複数選択</a:t>
            </a:r>
          </a:p>
        </p:txBody>
      </p:sp>
      <p:sp>
        <p:nvSpPr>
          <p:cNvPr id="9" name="">
            <a:extLst xmlns:a="http://schemas.openxmlformats.org/drawingml/2006/main">
              <a:ext uri="{FF2B5EF4-FFF2-40B4-BE49-F238E27FC236}">
                <a16:creationId xmlns:a16="http://schemas.microsoft.com/office/drawing/2014/main" id="{3B015A51-5911-4E60-B554-7D732292DA10}"/>
              </a:ext>
            </a:extLst>
          </p:cNvPr>
          <p:cNvSpPr>
            <a:spLocks xmlns:a="http://schemas.openxmlformats.org/drawingml/2006/main" noGrp="1"/>
          </p:cNvSpPr>
          <p:nvPr/>
        </p:nvSpPr>
        <p:spPr>
          <a:xfrm xmlns:a="http://schemas.openxmlformats.org/drawingml/2006/main">
            <a:off x="6096000" y="1752600"/>
            <a:ext cx="5048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21875A"/>
            </a:solidFill>
            <a:prstDash val="solid"/>
          </a:ln>
        </p:spPr>
      </p:sp>
      <p:sp>
        <p:nvSpPr>
          <p:cNvPr id="10" name="">
            <a:extLst xmlns:a="http://schemas.openxmlformats.org/drawingml/2006/main">
              <a:ext uri="{FF2B5EF4-FFF2-40B4-BE49-F238E27FC236}">
                <a16:creationId xmlns:a16="http://schemas.microsoft.com/office/drawing/2014/main" id="{69ACCB1D-FC28-44BB-8989-FFE4A64D6D67}"/>
              </a:ext>
            </a:extLst>
          </p:cNvPr>
          <p:cNvSpPr>
            <a:spLocks xmlns:a="http://schemas.openxmlformats.org/drawingml/2006/main" noGrp="1"/>
          </p:cNvSpPr>
          <p:nvPr/>
        </p:nvSpPr>
        <p:spPr>
          <a:xfrm xmlns:a="http://schemas.openxmlformats.org/drawingml/2006/main">
            <a:off x="6286500" y="1905000"/>
            <a:ext cx="1047750" cy="285750"/>
          </a:xfrm>
          <a:prstGeom xmlns:a="http://schemas.openxmlformats.org/drawingml/2006/main" prst="roundRect">
            <a:avLst>
              <a:gd name="adj" fmla="val 40000"/>
            </a:avLst>
          </a:prstGeom>
          <a:solidFill xmlns:a="http://schemas.openxmlformats.org/drawingml/2006/main">
            <a:srgbClr val="21875A"/>
          </a:solidFill>
          <a:ln xmlns:a="http://schemas.openxmlformats.org/drawingml/2006/main" w="9525">
            <a:solidFill>
              <a:srgbClr val="21875A"/>
            </a:solidFill>
            <a:prstDash val="solid"/>
          </a:ln>
        </p:spPr>
      </p:sp>
      <p:sp>
        <p:nvSpPr>
          <p:cNvPr id="11" name="text-rhq8az">
            <a:extLst xmlns:a="http://schemas.openxmlformats.org/drawingml/2006/main">
              <a:ext uri="{FF2B5EF4-FFF2-40B4-BE49-F238E27FC236}">
                <a16:creationId xmlns:a16="http://schemas.microsoft.com/office/drawing/2014/main" id="{FDA5562D-E21F-445E-B975-219F649F184F}"/>
              </a:ext>
            </a:extLst>
          </p:cNvPr>
          <p:cNvSpPr>
            <a:spLocks xmlns:a="http://schemas.openxmlformats.org/drawingml/2006/main" noGrp="1"/>
          </p:cNvSpPr>
          <p:nvPr/>
        </p:nvSpPr>
        <p:spPr>
          <a:xfrm xmlns:a="http://schemas.openxmlformats.org/drawingml/2006/main">
            <a:off x="6286500" y="19050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アレルギー</a:t>
            </a:r>
          </a:p>
        </p:txBody>
      </p:sp>
      <p:sp>
        <p:nvSpPr>
          <p:cNvPr id="12" name="text-pmyz7r">
            <a:extLst xmlns:a="http://schemas.openxmlformats.org/drawingml/2006/main">
              <a:ext uri="{FF2B5EF4-FFF2-40B4-BE49-F238E27FC236}">
                <a16:creationId xmlns:a16="http://schemas.microsoft.com/office/drawing/2014/main" id="{9CB9B015-1AAC-4936-8B96-FBD0641043ED}"/>
              </a:ext>
            </a:extLst>
          </p:cNvPr>
          <p:cNvSpPr>
            <a:spLocks xmlns:a="http://schemas.openxmlformats.org/drawingml/2006/main" noGrp="1"/>
          </p:cNvSpPr>
          <p:nvPr/>
        </p:nvSpPr>
        <p:spPr>
          <a:xfrm xmlns:a="http://schemas.openxmlformats.org/drawingml/2006/main">
            <a:off x="6286500" y="226695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品目チェック＋特記事項</a:t>
            </a:r>
          </a:p>
        </p:txBody>
      </p:sp>
      <p:sp>
        <p:nvSpPr>
          <p:cNvPr id="13" name="">
            <a:extLst xmlns:a="http://schemas.openxmlformats.org/drawingml/2006/main">
              <a:ext uri="{FF2B5EF4-FFF2-40B4-BE49-F238E27FC236}">
                <a16:creationId xmlns:a16="http://schemas.microsoft.com/office/drawing/2014/main" id="{6BD5D9E3-A278-45D5-B425-6FCB30C5812D}"/>
              </a:ext>
            </a:extLst>
          </p:cNvPr>
          <p:cNvSpPr>
            <a:spLocks xmlns:a="http://schemas.openxmlformats.org/drawingml/2006/main" noGrp="1"/>
          </p:cNvSpPr>
          <p:nvPr/>
        </p:nvSpPr>
        <p:spPr>
          <a:xfrm xmlns:a="http://schemas.openxmlformats.org/drawingml/2006/main">
            <a:off x="666750" y="3086100"/>
            <a:ext cx="5048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6DCBF4"/>
            </a:solidFill>
            <a:prstDash val="solid"/>
          </a:ln>
        </p:spPr>
      </p:sp>
      <p:sp>
        <p:nvSpPr>
          <p:cNvPr id="14" name="">
            <a:extLst xmlns:a="http://schemas.openxmlformats.org/drawingml/2006/main">
              <a:ext uri="{FF2B5EF4-FFF2-40B4-BE49-F238E27FC236}">
                <a16:creationId xmlns:a16="http://schemas.microsoft.com/office/drawing/2014/main" id="{E04418C5-9C6C-4ABF-B91E-1C41642B5373}"/>
              </a:ext>
            </a:extLst>
          </p:cNvPr>
          <p:cNvSpPr>
            <a:spLocks xmlns:a="http://schemas.openxmlformats.org/drawingml/2006/main" noGrp="1"/>
          </p:cNvSpPr>
          <p:nvPr/>
        </p:nvSpPr>
        <p:spPr>
          <a:xfrm xmlns:a="http://schemas.openxmlformats.org/drawingml/2006/main">
            <a:off x="857250" y="3238500"/>
            <a:ext cx="1047750" cy="285750"/>
          </a:xfrm>
          <a:prstGeom xmlns:a="http://schemas.openxmlformats.org/drawingml/2006/main" prst="roundRect">
            <a:avLst>
              <a:gd name="adj" fmla="val 40000"/>
            </a:avLst>
          </a:prstGeom>
          <a:solidFill xmlns:a="http://schemas.openxmlformats.org/drawingml/2006/main">
            <a:srgbClr val="6DCBF4"/>
          </a:solidFill>
          <a:ln xmlns:a="http://schemas.openxmlformats.org/drawingml/2006/main" w="9525">
            <a:solidFill>
              <a:srgbClr val="6DCBF4"/>
            </a:solidFill>
            <a:prstDash val="solid"/>
          </a:ln>
        </p:spPr>
      </p:sp>
      <p:sp>
        <p:nvSpPr>
          <p:cNvPr id="15" name="text-3n70ut">
            <a:extLst xmlns:a="http://schemas.openxmlformats.org/drawingml/2006/main">
              <a:ext uri="{FF2B5EF4-FFF2-40B4-BE49-F238E27FC236}">
                <a16:creationId xmlns:a16="http://schemas.microsoft.com/office/drawing/2014/main" id="{D04B44BA-8045-4886-B362-7739999A45B9}"/>
              </a:ext>
            </a:extLst>
          </p:cNvPr>
          <p:cNvSpPr>
            <a:spLocks xmlns:a="http://schemas.openxmlformats.org/drawingml/2006/main" noGrp="1"/>
          </p:cNvSpPr>
          <p:nvPr/>
        </p:nvSpPr>
        <p:spPr>
          <a:xfrm xmlns:a="http://schemas.openxmlformats.org/drawingml/2006/main">
            <a:off x="857250" y="3238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カテゴリー</a:t>
            </a:r>
          </a:p>
        </p:txBody>
      </p:sp>
      <p:sp>
        <p:nvSpPr>
          <p:cNvPr id="16" name="text-7clu3r">
            <a:extLst xmlns:a="http://schemas.openxmlformats.org/drawingml/2006/main">
              <a:ext uri="{FF2B5EF4-FFF2-40B4-BE49-F238E27FC236}">
                <a16:creationId xmlns:a16="http://schemas.microsoft.com/office/drawing/2014/main" id="{DBE27376-6853-4244-BB3E-AC2FEA199215}"/>
              </a:ext>
            </a:extLst>
          </p:cNvPr>
          <p:cNvSpPr>
            <a:spLocks xmlns:a="http://schemas.openxmlformats.org/drawingml/2006/main" noGrp="1"/>
          </p:cNvSpPr>
          <p:nvPr/>
        </p:nvSpPr>
        <p:spPr>
          <a:xfrm xmlns:a="http://schemas.openxmlformats.org/drawingml/2006/main">
            <a:off x="857250" y="360045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大項目→中項目→小項目。最大3つ</a:t>
            </a:r>
          </a:p>
        </p:txBody>
      </p:sp>
      <p:sp>
        <p:nvSpPr>
          <p:cNvPr id="17" name="">
            <a:extLst xmlns:a="http://schemas.openxmlformats.org/drawingml/2006/main">
              <a:ext uri="{FF2B5EF4-FFF2-40B4-BE49-F238E27FC236}">
                <a16:creationId xmlns:a16="http://schemas.microsoft.com/office/drawing/2014/main" id="{26804ED0-6CDD-42E6-BA8B-90586134800E}"/>
              </a:ext>
            </a:extLst>
          </p:cNvPr>
          <p:cNvSpPr>
            <a:spLocks xmlns:a="http://schemas.openxmlformats.org/drawingml/2006/main" noGrp="1"/>
          </p:cNvSpPr>
          <p:nvPr/>
        </p:nvSpPr>
        <p:spPr>
          <a:xfrm xmlns:a="http://schemas.openxmlformats.org/drawingml/2006/main">
            <a:off x="6096000" y="3086100"/>
            <a:ext cx="5048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7690B"/>
            </a:solidFill>
            <a:prstDash val="solid"/>
          </a:ln>
        </p:spPr>
      </p:sp>
      <p:sp>
        <p:nvSpPr>
          <p:cNvPr id="18" name="">
            <a:extLst xmlns:a="http://schemas.openxmlformats.org/drawingml/2006/main">
              <a:ext uri="{FF2B5EF4-FFF2-40B4-BE49-F238E27FC236}">
                <a16:creationId xmlns:a16="http://schemas.microsoft.com/office/drawing/2014/main" id="{17288341-D230-43A2-BE9A-12F7C1433F94}"/>
              </a:ext>
            </a:extLst>
          </p:cNvPr>
          <p:cNvSpPr>
            <a:spLocks xmlns:a="http://schemas.openxmlformats.org/drawingml/2006/main" noGrp="1"/>
          </p:cNvSpPr>
          <p:nvPr/>
        </p:nvSpPr>
        <p:spPr>
          <a:xfrm xmlns:a="http://schemas.openxmlformats.org/drawingml/2006/main">
            <a:off x="6286500" y="3238500"/>
            <a:ext cx="1047750" cy="285750"/>
          </a:xfrm>
          <a:prstGeom xmlns:a="http://schemas.openxmlformats.org/drawingml/2006/main" prst="roundRect">
            <a:avLst>
              <a:gd name="adj" fmla="val 40000"/>
            </a:avLst>
          </a:prstGeom>
          <a:solidFill xmlns:a="http://schemas.openxmlformats.org/drawingml/2006/main">
            <a:srgbClr val="A7690B"/>
          </a:solidFill>
          <a:ln xmlns:a="http://schemas.openxmlformats.org/drawingml/2006/main" w="9525">
            <a:solidFill>
              <a:srgbClr val="A7690B"/>
            </a:solidFill>
            <a:prstDash val="solid"/>
          </a:ln>
        </p:spPr>
      </p:sp>
      <p:sp>
        <p:nvSpPr>
          <p:cNvPr id="19" name="text-hcc32s">
            <a:extLst xmlns:a="http://schemas.openxmlformats.org/drawingml/2006/main">
              <a:ext uri="{FF2B5EF4-FFF2-40B4-BE49-F238E27FC236}">
                <a16:creationId xmlns:a16="http://schemas.microsoft.com/office/drawing/2014/main" id="{8093F08C-1A7E-4BD3-8097-8B20B27AA1DC}"/>
              </a:ext>
            </a:extLst>
          </p:cNvPr>
          <p:cNvSpPr>
            <a:spLocks xmlns:a="http://schemas.openxmlformats.org/drawingml/2006/main" noGrp="1"/>
          </p:cNvSpPr>
          <p:nvPr/>
        </p:nvSpPr>
        <p:spPr>
          <a:xfrm xmlns:a="http://schemas.openxmlformats.org/drawingml/2006/main">
            <a:off x="6286500" y="32385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発送期日</a:t>
            </a:r>
          </a:p>
        </p:txBody>
      </p:sp>
      <p:sp>
        <p:nvSpPr>
          <p:cNvPr id="20" name="text-lh72kk">
            <a:extLst xmlns:a="http://schemas.openxmlformats.org/drawingml/2006/main">
              <a:ext uri="{FF2B5EF4-FFF2-40B4-BE49-F238E27FC236}">
                <a16:creationId xmlns:a16="http://schemas.microsoft.com/office/drawing/2014/main" id="{9C85BB6A-719F-4623-A62F-66C28E7B45C3}"/>
              </a:ext>
            </a:extLst>
          </p:cNvPr>
          <p:cNvSpPr>
            <a:spLocks xmlns:a="http://schemas.openxmlformats.org/drawingml/2006/main" noGrp="1"/>
          </p:cNvSpPr>
          <p:nvPr/>
        </p:nvSpPr>
        <p:spPr>
          <a:xfrm xmlns:a="http://schemas.openxmlformats.org/drawingml/2006/main">
            <a:off x="6286500" y="360045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任意入力を選ぶと発送期日欄が表示</a:t>
            </a:r>
          </a:p>
        </p:txBody>
      </p:sp>
      <p:sp>
        <p:nvSpPr>
          <p:cNvPr id="21" name="">
            <a:extLst xmlns:a="http://schemas.openxmlformats.org/drawingml/2006/main">
              <a:ext uri="{FF2B5EF4-FFF2-40B4-BE49-F238E27FC236}">
                <a16:creationId xmlns:a16="http://schemas.microsoft.com/office/drawing/2014/main" id="{09415E2B-FACE-44BC-AE97-872F2C17FBBB}"/>
              </a:ext>
            </a:extLst>
          </p:cNvPr>
          <p:cNvSpPr>
            <a:spLocks xmlns:a="http://schemas.openxmlformats.org/drawingml/2006/main" noGrp="1"/>
          </p:cNvSpPr>
          <p:nvPr/>
        </p:nvSpPr>
        <p:spPr>
          <a:xfrm xmlns:a="http://schemas.openxmlformats.org/drawingml/2006/main">
            <a:off x="666750" y="4419600"/>
            <a:ext cx="5048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83A42"/>
            </a:solidFill>
            <a:prstDash val="solid"/>
          </a:ln>
        </p:spPr>
      </p:sp>
      <p:sp>
        <p:nvSpPr>
          <p:cNvPr id="22" name="">
            <a:extLst xmlns:a="http://schemas.openxmlformats.org/drawingml/2006/main">
              <a:ext uri="{FF2B5EF4-FFF2-40B4-BE49-F238E27FC236}">
                <a16:creationId xmlns:a16="http://schemas.microsoft.com/office/drawing/2014/main" id="{160EF366-F8DF-4338-8AF9-3B33161D5CF6}"/>
              </a:ext>
            </a:extLst>
          </p:cNvPr>
          <p:cNvSpPr>
            <a:spLocks xmlns:a="http://schemas.openxmlformats.org/drawingml/2006/main" noGrp="1"/>
          </p:cNvSpPr>
          <p:nvPr/>
        </p:nvSpPr>
        <p:spPr>
          <a:xfrm xmlns:a="http://schemas.openxmlformats.org/drawingml/2006/main">
            <a:off x="857250" y="4572000"/>
            <a:ext cx="1047750" cy="285750"/>
          </a:xfrm>
          <a:prstGeom xmlns:a="http://schemas.openxmlformats.org/drawingml/2006/main" prst="roundRect">
            <a:avLst>
              <a:gd name="adj" fmla="val 40000"/>
            </a:avLst>
          </a:prstGeom>
          <a:solidFill xmlns:a="http://schemas.openxmlformats.org/drawingml/2006/main">
            <a:srgbClr val="D83A42"/>
          </a:solidFill>
          <a:ln xmlns:a="http://schemas.openxmlformats.org/drawingml/2006/main" w="9525">
            <a:solidFill>
              <a:srgbClr val="D83A42"/>
            </a:solidFill>
            <a:prstDash val="solid"/>
          </a:ln>
        </p:spPr>
      </p:sp>
      <p:sp>
        <p:nvSpPr>
          <p:cNvPr id="23" name="text-4lz25s">
            <a:extLst xmlns:a="http://schemas.openxmlformats.org/drawingml/2006/main">
              <a:ext uri="{FF2B5EF4-FFF2-40B4-BE49-F238E27FC236}">
                <a16:creationId xmlns:a16="http://schemas.microsoft.com/office/drawing/2014/main" id="{68F2AE4C-ABF6-40A5-99D3-6FC843724006}"/>
              </a:ext>
            </a:extLst>
          </p:cNvPr>
          <p:cNvSpPr>
            <a:spLocks xmlns:a="http://schemas.openxmlformats.org/drawingml/2006/main" noGrp="1"/>
          </p:cNvSpPr>
          <p:nvPr/>
        </p:nvSpPr>
        <p:spPr>
          <a:xfrm xmlns:a="http://schemas.openxmlformats.org/drawingml/2006/main">
            <a:off x="857250" y="45720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訳アリ</a:t>
            </a:r>
          </a:p>
        </p:txBody>
      </p:sp>
      <p:sp>
        <p:nvSpPr>
          <p:cNvPr id="24" name="text-ymbxux">
            <a:extLst xmlns:a="http://schemas.openxmlformats.org/drawingml/2006/main">
              <a:ext uri="{FF2B5EF4-FFF2-40B4-BE49-F238E27FC236}">
                <a16:creationId xmlns:a16="http://schemas.microsoft.com/office/drawing/2014/main" id="{B6EE3EFC-33F2-447B-9955-EC2715411BB7}"/>
              </a:ext>
            </a:extLst>
          </p:cNvPr>
          <p:cNvSpPr>
            <a:spLocks xmlns:a="http://schemas.openxmlformats.org/drawingml/2006/main" noGrp="1"/>
          </p:cNvSpPr>
          <p:nvPr/>
        </p:nvSpPr>
        <p:spPr>
          <a:xfrm xmlns:a="http://schemas.openxmlformats.org/drawingml/2006/main">
            <a:off x="857250" y="493395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ありの場合のみ理由・補足を入力</a:t>
            </a:r>
          </a:p>
        </p:txBody>
      </p:sp>
      <p:sp>
        <p:nvSpPr>
          <p:cNvPr id="25" name="">
            <a:extLst xmlns:a="http://schemas.openxmlformats.org/drawingml/2006/main">
              <a:ext uri="{FF2B5EF4-FFF2-40B4-BE49-F238E27FC236}">
                <a16:creationId xmlns:a16="http://schemas.microsoft.com/office/drawing/2014/main" id="{618CABB0-CB81-4088-A52A-CD2FD9B13C21}"/>
              </a:ext>
            </a:extLst>
          </p:cNvPr>
          <p:cNvSpPr>
            <a:spLocks xmlns:a="http://schemas.openxmlformats.org/drawingml/2006/main" noGrp="1"/>
          </p:cNvSpPr>
          <p:nvPr/>
        </p:nvSpPr>
        <p:spPr>
          <a:xfrm xmlns:a="http://schemas.openxmlformats.org/drawingml/2006/main">
            <a:off x="6096000" y="4419600"/>
            <a:ext cx="5048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3D8DFF"/>
            </a:solidFill>
            <a:prstDash val="solid"/>
          </a:ln>
        </p:spPr>
      </p:sp>
      <p:sp>
        <p:nvSpPr>
          <p:cNvPr id="26" name="">
            <a:extLst xmlns:a="http://schemas.openxmlformats.org/drawingml/2006/main">
              <a:ext uri="{FF2B5EF4-FFF2-40B4-BE49-F238E27FC236}">
                <a16:creationId xmlns:a16="http://schemas.microsoft.com/office/drawing/2014/main" id="{52FE0F3A-2656-41E8-A731-56ADF94AE2C5}"/>
              </a:ext>
            </a:extLst>
          </p:cNvPr>
          <p:cNvSpPr>
            <a:spLocks xmlns:a="http://schemas.openxmlformats.org/drawingml/2006/main" noGrp="1"/>
          </p:cNvSpPr>
          <p:nvPr/>
        </p:nvSpPr>
        <p:spPr>
          <a:xfrm xmlns:a="http://schemas.openxmlformats.org/drawingml/2006/main">
            <a:off x="6286500" y="4572000"/>
            <a:ext cx="10477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27" name="text-hlx9rb">
            <a:extLst xmlns:a="http://schemas.openxmlformats.org/drawingml/2006/main">
              <a:ext uri="{FF2B5EF4-FFF2-40B4-BE49-F238E27FC236}">
                <a16:creationId xmlns:a16="http://schemas.microsoft.com/office/drawing/2014/main" id="{0593C2D6-BE15-467D-8A6F-59D1DFD98B9F}"/>
              </a:ext>
            </a:extLst>
          </p:cNvPr>
          <p:cNvSpPr>
            <a:spLocks xmlns:a="http://schemas.openxmlformats.org/drawingml/2006/main" noGrp="1"/>
          </p:cNvSpPr>
          <p:nvPr/>
        </p:nvSpPr>
        <p:spPr>
          <a:xfrm xmlns:a="http://schemas.openxmlformats.org/drawingml/2006/main">
            <a:off x="6286500" y="45720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在庫</a:t>
            </a:r>
          </a:p>
        </p:txBody>
      </p:sp>
      <p:sp>
        <p:nvSpPr>
          <p:cNvPr id="28" name="text-3nzyuy">
            <a:extLst xmlns:a="http://schemas.openxmlformats.org/drawingml/2006/main">
              <a:ext uri="{FF2B5EF4-FFF2-40B4-BE49-F238E27FC236}">
                <a16:creationId xmlns:a16="http://schemas.microsoft.com/office/drawing/2014/main" id="{F69DC26B-D149-4E14-A55C-F718D2A2C7BD}"/>
              </a:ext>
            </a:extLst>
          </p:cNvPr>
          <p:cNvSpPr>
            <a:spLocks xmlns:a="http://schemas.openxmlformats.org/drawingml/2006/main" noGrp="1"/>
          </p:cNvSpPr>
          <p:nvPr/>
        </p:nvSpPr>
        <p:spPr>
          <a:xfrm xmlns:a="http://schemas.openxmlformats.org/drawingml/2006/main">
            <a:off x="6286500" y="4933950"/>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数量入力または無制限</a:t>
            </a:r>
          </a:p>
        </p:txBody>
      </p:sp>
      <p:sp>
        <p:nvSpPr>
          <p:cNvPr id="29" name="">
            <a:extLst xmlns:a="http://schemas.openxmlformats.org/drawingml/2006/main">
              <a:ext uri="{FF2B5EF4-FFF2-40B4-BE49-F238E27FC236}">
                <a16:creationId xmlns:a16="http://schemas.microsoft.com/office/drawing/2014/main" id="{03A7EF02-FD1E-43E3-BF0C-DF1BD0382203}"/>
              </a:ext>
            </a:extLst>
          </p:cNvPr>
          <p:cNvSpPr>
            <a:spLocks xmlns:a="http://schemas.openxmlformats.org/drawingml/2006/main" noGrp="1"/>
          </p:cNvSpPr>
          <p:nvPr/>
        </p:nvSpPr>
        <p:spPr>
          <a:xfrm xmlns:a="http://schemas.openxmlformats.org/drawingml/2006/main">
            <a:off x="666750" y="5867400"/>
            <a:ext cx="10477500" cy="400050"/>
          </a:xfrm>
          <a:prstGeom xmlns:a="http://schemas.openxmlformats.org/drawingml/2006/main" prst="rect">
            <a:avLst/>
          </a:prstGeom>
          <a:solidFill xmlns:a="http://schemas.openxmlformats.org/drawingml/2006/main">
            <a:srgbClr val="EAF6FC"/>
          </a:solidFill>
          <a:ln xmlns:a="http://schemas.openxmlformats.org/drawingml/2006/main" w="9525">
            <a:solidFill>
              <a:srgbClr val="6DCBF4"/>
            </a:solidFill>
            <a:prstDash val="solid"/>
          </a:ln>
        </p:spPr>
      </p:sp>
      <p:sp>
        <p:nvSpPr>
          <p:cNvPr id="30" name="text-thitst">
            <a:extLst xmlns:a="http://schemas.openxmlformats.org/drawingml/2006/main">
              <a:ext uri="{FF2B5EF4-FFF2-40B4-BE49-F238E27FC236}">
                <a16:creationId xmlns:a16="http://schemas.microsoft.com/office/drawing/2014/main" id="{5B975FB8-C213-4D5F-AD2F-A4CA62045648}"/>
              </a:ext>
            </a:extLst>
          </p:cNvPr>
          <p:cNvSpPr>
            <a:spLocks xmlns:a="http://schemas.openxmlformats.org/drawingml/2006/main" noGrp="1"/>
          </p:cNvSpPr>
          <p:nvPr/>
        </p:nvSpPr>
        <p:spPr>
          <a:xfrm xmlns:a="http://schemas.openxmlformats.org/drawingml/2006/main">
            <a:off x="857250" y="58864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3D8DFF"/>
                </a:solidFill>
              </a:defRPr>
            </a:pPr>
            <a:r>
              <a:rPr sz="1200" b="1">
                <a:solidFill>
                  <a:srgbClr val="3D8DFF"/>
                </a:solidFill>
              </a:rPr>
              <a:t>固定値として非表示の項目はフォームで変更せず、Backlogの変更表にも載せません。</a:t>
            </a:r>
          </a:p>
        </p:txBody>
      </p:sp>
      <p:sp>
        <p:nvSpPr>
          <p:cNvPr id="31" name="text-mbd3rl">
            <a:extLst xmlns:a="http://schemas.openxmlformats.org/drawingml/2006/main">
              <a:ext uri="{FF2B5EF4-FFF2-40B4-BE49-F238E27FC236}">
                <a16:creationId xmlns:a16="http://schemas.microsoft.com/office/drawing/2014/main" id="{3E192292-EE24-4D0C-8D75-F16C44A8D290}"/>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14</a:t>
            </a:r>
          </a:p>
        </p:txBody>
      </p:sp>
    </p:spTree>
    <p:extLst>
      <p:ext uri="{BB962C8B-B14F-4D97-AF65-F5344CB8AC3E}">
        <p14:creationId xmlns:p14="http://schemas.microsoft.com/office/powerpoint/2010/main" val="1414949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7r4j0c">
            <a:extLst xmlns:a="http://schemas.openxmlformats.org/drawingml/2006/main">
              <a:ext uri="{FF2B5EF4-FFF2-40B4-BE49-F238E27FC236}">
                <a16:creationId xmlns:a16="http://schemas.microsoft.com/office/drawing/2014/main" id="{DE5381AF-BCC9-4751-A8AE-D73858A6430C}"/>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14 / TRIAL FEATURES</a:t>
            </a:r>
          </a:p>
        </p:txBody>
      </p:sp>
      <p:sp>
        <p:nvSpPr>
          <p:cNvPr id="2" name="text-v4n9qh">
            <a:extLst xmlns:a="http://schemas.openxmlformats.org/drawingml/2006/main">
              <a:ext uri="{FF2B5EF4-FFF2-40B4-BE49-F238E27FC236}">
                <a16:creationId xmlns:a16="http://schemas.microsoft.com/office/drawing/2014/main" id="{C7857B49-FB95-4A9E-96F2-61C67174357C}"/>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定期便・SKU展開は合意できる依頼だけ使う</a:t>
            </a:r>
          </a:p>
        </p:txBody>
      </p:sp>
      <p:sp>
        <p:nvSpPr>
          <p:cNvPr id="3" name="text-fvvt9c">
            <a:extLst xmlns:a="http://schemas.openxmlformats.org/drawingml/2006/main">
              <a:ext uri="{FF2B5EF4-FFF2-40B4-BE49-F238E27FC236}">
                <a16:creationId xmlns:a16="http://schemas.microsoft.com/office/drawing/2014/main" id="{0030E8E5-6385-4DD4-80AB-8AF3304BF08B}"/>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当面は単品運用を推奨します。</a:t>
            </a:r>
          </a:p>
        </p:txBody>
      </p:sp>
      <p:sp>
        <p:nvSpPr>
          <p:cNvPr id="4" name="">
            <a:extLst xmlns:a="http://schemas.openxmlformats.org/drawingml/2006/main">
              <a:ext uri="{FF2B5EF4-FFF2-40B4-BE49-F238E27FC236}">
                <a16:creationId xmlns:a16="http://schemas.microsoft.com/office/drawing/2014/main" id="{1BE513C1-4A85-45DB-B6F2-44054BF4D8D5}"/>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ED9C51EB-B232-445B-A359-52BA2EDB684D}"/>
              </a:ext>
            </a:extLst>
          </p:cNvPr>
          <p:cNvSpPr>
            <a:spLocks xmlns:a="http://schemas.openxmlformats.org/drawingml/2006/main" noGrp="1"/>
          </p:cNvSpPr>
          <p:nvPr/>
        </p:nvSpPr>
        <p:spPr>
          <a:xfrm xmlns:a="http://schemas.openxmlformats.org/drawingml/2006/main">
            <a:off x="666750" y="1790700"/>
            <a:ext cx="504825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0FD08AE5-AB9B-4D23-9DC0-BBEBAFA91E97}"/>
              </a:ext>
            </a:extLst>
          </p:cNvPr>
          <p:cNvSpPr>
            <a:spLocks xmlns:a="http://schemas.openxmlformats.org/drawingml/2006/main" noGrp="1"/>
          </p:cNvSpPr>
          <p:nvPr/>
        </p:nvSpPr>
        <p:spPr>
          <a:xfrm xmlns:a="http://schemas.openxmlformats.org/drawingml/2006/main">
            <a:off x="895350" y="2000250"/>
            <a:ext cx="95250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7" name="text-fk17yx">
            <a:extLst xmlns:a="http://schemas.openxmlformats.org/drawingml/2006/main">
              <a:ext uri="{FF2B5EF4-FFF2-40B4-BE49-F238E27FC236}">
                <a16:creationId xmlns:a16="http://schemas.microsoft.com/office/drawing/2014/main" id="{A13B988B-E910-4D31-9885-E7AE5E5E3910}"/>
              </a:ext>
            </a:extLst>
          </p:cNvPr>
          <p:cNvSpPr>
            <a:spLocks xmlns:a="http://schemas.openxmlformats.org/drawingml/2006/main" noGrp="1"/>
          </p:cNvSpPr>
          <p:nvPr/>
        </p:nvSpPr>
        <p:spPr>
          <a:xfrm xmlns:a="http://schemas.openxmlformats.org/drawingml/2006/main">
            <a:off x="895350" y="2000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定期便</a:t>
            </a:r>
          </a:p>
        </p:txBody>
      </p:sp>
      <p:sp>
        <p:nvSpPr>
          <p:cNvPr id="8" name="text-mp0klr">
            <a:extLst xmlns:a="http://schemas.openxmlformats.org/drawingml/2006/main">
              <a:ext uri="{FF2B5EF4-FFF2-40B4-BE49-F238E27FC236}">
                <a16:creationId xmlns:a16="http://schemas.microsoft.com/office/drawing/2014/main" id="{DF29C985-D978-473D-9038-D725F7C871A8}"/>
              </a:ext>
            </a:extLst>
          </p:cNvPr>
          <p:cNvSpPr>
            <a:spLocks xmlns:a="http://schemas.openxmlformats.org/drawingml/2006/main" noGrp="1"/>
          </p:cNvSpPr>
          <p:nvPr/>
        </p:nvSpPr>
        <p:spPr>
          <a:xfrm xmlns:a="http://schemas.openxmlformats.org/drawingml/2006/main">
            <a:off x="895350" y="2476500"/>
            <a:ext cx="438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F1720"/>
                </a:solidFill>
              </a:defRPr>
            </a:pPr>
            <a:r>
              <a:rPr sz="1575" b="1">
                <a:solidFill>
                  <a:srgbClr val="0F1720"/>
                </a:solidFill>
              </a:rPr>
              <a:t>お届け回数を選ぶと、1回目から最終回まで入力欄が増えます。</a:t>
            </a:r>
          </a:p>
        </p:txBody>
      </p:sp>
      <p:sp>
        <p:nvSpPr>
          <p:cNvPr id="9" name="">
            <a:extLst xmlns:a="http://schemas.openxmlformats.org/drawingml/2006/main">
              <a:ext uri="{FF2B5EF4-FFF2-40B4-BE49-F238E27FC236}">
                <a16:creationId xmlns:a16="http://schemas.microsoft.com/office/drawing/2014/main" id="{3951C25D-C795-4A32-886F-31EE38340E30}"/>
              </a:ext>
            </a:extLst>
          </p:cNvPr>
          <p:cNvSpPr>
            <a:spLocks xmlns:a="http://schemas.openxmlformats.org/drawingml/2006/main" noGrp="1"/>
          </p:cNvSpPr>
          <p:nvPr/>
        </p:nvSpPr>
        <p:spPr>
          <a:xfrm xmlns:a="http://schemas.openxmlformats.org/drawingml/2006/main">
            <a:off x="895350" y="34385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0" name="text-xw0ldr">
            <a:extLst xmlns:a="http://schemas.openxmlformats.org/drawingml/2006/main">
              <a:ext uri="{FF2B5EF4-FFF2-40B4-BE49-F238E27FC236}">
                <a16:creationId xmlns:a16="http://schemas.microsoft.com/office/drawing/2014/main" id="{643AAF3F-7F41-4CF6-893F-2B9A310DBCD1}"/>
              </a:ext>
            </a:extLst>
          </p:cNvPr>
          <p:cNvSpPr>
            <a:spLocks xmlns:a="http://schemas.openxmlformats.org/drawingml/2006/main" noGrp="1"/>
          </p:cNvSpPr>
          <p:nvPr/>
        </p:nvSpPr>
        <p:spPr>
          <a:xfrm xmlns:a="http://schemas.openxmlformats.org/drawingml/2006/main">
            <a:off x="1104900" y="3333750"/>
            <a:ext cx="3886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品番は1つ</a:t>
            </a:r>
          </a:p>
        </p:txBody>
      </p:sp>
      <p:sp>
        <p:nvSpPr>
          <p:cNvPr id="11" name="">
            <a:extLst xmlns:a="http://schemas.openxmlformats.org/drawingml/2006/main">
              <a:ext uri="{FF2B5EF4-FFF2-40B4-BE49-F238E27FC236}">
                <a16:creationId xmlns:a16="http://schemas.microsoft.com/office/drawing/2014/main" id="{DF19E423-3AAC-4BA7-B6E6-FEAC8341188B}"/>
              </a:ext>
            </a:extLst>
          </p:cNvPr>
          <p:cNvSpPr>
            <a:spLocks xmlns:a="http://schemas.openxmlformats.org/drawingml/2006/main" noGrp="1"/>
          </p:cNvSpPr>
          <p:nvPr/>
        </p:nvSpPr>
        <p:spPr>
          <a:xfrm xmlns:a="http://schemas.openxmlformats.org/drawingml/2006/main">
            <a:off x="895350" y="383857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2" name="text-s3bmlh">
            <a:extLst xmlns:a="http://schemas.openxmlformats.org/drawingml/2006/main">
              <a:ext uri="{FF2B5EF4-FFF2-40B4-BE49-F238E27FC236}">
                <a16:creationId xmlns:a16="http://schemas.microsoft.com/office/drawing/2014/main" id="{89D5D175-3A8C-442E-8B38-2EF3E9268D89}"/>
              </a:ext>
            </a:extLst>
          </p:cNvPr>
          <p:cNvSpPr>
            <a:spLocks xmlns:a="http://schemas.openxmlformats.org/drawingml/2006/main" noGrp="1"/>
          </p:cNvSpPr>
          <p:nvPr/>
        </p:nvSpPr>
        <p:spPr>
          <a:xfrm xmlns:a="http://schemas.openxmlformats.org/drawingml/2006/main">
            <a:off x="1104900" y="3733800"/>
            <a:ext cx="3886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各回の内容・時期・数量を入力</a:t>
            </a:r>
          </a:p>
        </p:txBody>
      </p:sp>
      <p:sp>
        <p:nvSpPr>
          <p:cNvPr id="13" name="">
            <a:extLst xmlns:a="http://schemas.openxmlformats.org/drawingml/2006/main">
              <a:ext uri="{FF2B5EF4-FFF2-40B4-BE49-F238E27FC236}">
                <a16:creationId xmlns:a16="http://schemas.microsoft.com/office/drawing/2014/main" id="{141B57FE-EC87-4290-B213-6EFACEFD3E46}"/>
              </a:ext>
            </a:extLst>
          </p:cNvPr>
          <p:cNvSpPr>
            <a:spLocks xmlns:a="http://schemas.openxmlformats.org/drawingml/2006/main" noGrp="1"/>
          </p:cNvSpPr>
          <p:nvPr/>
        </p:nvSpPr>
        <p:spPr>
          <a:xfrm xmlns:a="http://schemas.openxmlformats.org/drawingml/2006/main">
            <a:off x="895350" y="42386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4" name="text-se451x">
            <a:extLst xmlns:a="http://schemas.openxmlformats.org/drawingml/2006/main">
              <a:ext uri="{FF2B5EF4-FFF2-40B4-BE49-F238E27FC236}">
                <a16:creationId xmlns:a16="http://schemas.microsoft.com/office/drawing/2014/main" id="{A9817512-542E-40B4-9B7C-D253329DF35C}"/>
              </a:ext>
            </a:extLst>
          </p:cNvPr>
          <p:cNvSpPr>
            <a:spLocks xmlns:a="http://schemas.openxmlformats.org/drawingml/2006/main" noGrp="1"/>
          </p:cNvSpPr>
          <p:nvPr/>
        </p:nvSpPr>
        <p:spPr>
          <a:xfrm xmlns:a="http://schemas.openxmlformats.org/drawingml/2006/main">
            <a:off x="1104900" y="4133850"/>
            <a:ext cx="3886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Backlogは回ごとに整理</a:t>
            </a:r>
          </a:p>
        </p:txBody>
      </p:sp>
      <p:sp>
        <p:nvSpPr>
          <p:cNvPr id="15" name="">
            <a:extLst xmlns:a="http://schemas.openxmlformats.org/drawingml/2006/main">
              <a:ext uri="{FF2B5EF4-FFF2-40B4-BE49-F238E27FC236}">
                <a16:creationId xmlns:a16="http://schemas.microsoft.com/office/drawing/2014/main" id="{D8B2FA42-0679-4AAB-8920-25198F5AD9A9}"/>
              </a:ext>
            </a:extLst>
          </p:cNvPr>
          <p:cNvSpPr>
            <a:spLocks xmlns:a="http://schemas.openxmlformats.org/drawingml/2006/main" noGrp="1"/>
          </p:cNvSpPr>
          <p:nvPr/>
        </p:nvSpPr>
        <p:spPr>
          <a:xfrm xmlns:a="http://schemas.openxmlformats.org/drawingml/2006/main">
            <a:off x="6096000" y="1790700"/>
            <a:ext cx="542925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21875A"/>
            </a:solidFill>
            <a:prstDash val="solid"/>
          </a:ln>
        </p:spPr>
      </p:sp>
      <p:sp>
        <p:nvSpPr>
          <p:cNvPr id="16" name="">
            <a:extLst xmlns:a="http://schemas.openxmlformats.org/drawingml/2006/main">
              <a:ext uri="{FF2B5EF4-FFF2-40B4-BE49-F238E27FC236}">
                <a16:creationId xmlns:a16="http://schemas.microsoft.com/office/drawing/2014/main" id="{74B52631-2660-4E98-955D-512CD304E613}"/>
              </a:ext>
            </a:extLst>
          </p:cNvPr>
          <p:cNvSpPr>
            <a:spLocks xmlns:a="http://schemas.openxmlformats.org/drawingml/2006/main" noGrp="1"/>
          </p:cNvSpPr>
          <p:nvPr/>
        </p:nvSpPr>
        <p:spPr>
          <a:xfrm xmlns:a="http://schemas.openxmlformats.org/drawingml/2006/main">
            <a:off x="6324600" y="2000250"/>
            <a:ext cx="1047750" cy="285750"/>
          </a:xfrm>
          <a:prstGeom xmlns:a="http://schemas.openxmlformats.org/drawingml/2006/main" prst="roundRect">
            <a:avLst>
              <a:gd name="adj" fmla="val 40000"/>
            </a:avLst>
          </a:prstGeom>
          <a:solidFill xmlns:a="http://schemas.openxmlformats.org/drawingml/2006/main">
            <a:srgbClr val="21875A"/>
          </a:solidFill>
          <a:ln xmlns:a="http://schemas.openxmlformats.org/drawingml/2006/main" w="9525">
            <a:solidFill>
              <a:srgbClr val="21875A"/>
            </a:solidFill>
            <a:prstDash val="solid"/>
          </a:ln>
        </p:spPr>
      </p:sp>
      <p:sp>
        <p:nvSpPr>
          <p:cNvPr id="17" name="text-1t4tt6">
            <a:extLst xmlns:a="http://schemas.openxmlformats.org/drawingml/2006/main">
              <a:ext uri="{FF2B5EF4-FFF2-40B4-BE49-F238E27FC236}">
                <a16:creationId xmlns:a16="http://schemas.microsoft.com/office/drawing/2014/main" id="{590039B8-7D9D-4266-A2A7-A6B69688BD7C}"/>
              </a:ext>
            </a:extLst>
          </p:cNvPr>
          <p:cNvSpPr>
            <a:spLocks xmlns:a="http://schemas.openxmlformats.org/drawingml/2006/main" noGrp="1"/>
          </p:cNvSpPr>
          <p:nvPr/>
        </p:nvSpPr>
        <p:spPr>
          <a:xfrm xmlns:a="http://schemas.openxmlformats.org/drawingml/2006/main">
            <a:off x="6324600" y="20002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SKU展開</a:t>
            </a:r>
          </a:p>
        </p:txBody>
      </p:sp>
      <p:sp>
        <p:nvSpPr>
          <p:cNvPr id="18" name="text-zh63pw">
            <a:extLst xmlns:a="http://schemas.openxmlformats.org/drawingml/2006/main">
              <a:ext uri="{FF2B5EF4-FFF2-40B4-BE49-F238E27FC236}">
                <a16:creationId xmlns:a16="http://schemas.microsoft.com/office/drawing/2014/main" id="{29044213-575E-4A95-8540-923CC8916A9B}"/>
              </a:ext>
            </a:extLst>
          </p:cNvPr>
          <p:cNvSpPr>
            <a:spLocks xmlns:a="http://schemas.openxmlformats.org/drawingml/2006/main" noGrp="1"/>
          </p:cNvSpPr>
          <p:nvPr/>
        </p:nvSpPr>
        <p:spPr>
          <a:xfrm xmlns:a="http://schemas.openxmlformats.org/drawingml/2006/main">
            <a:off x="6324600" y="247650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F1720"/>
                </a:solidFill>
              </a:defRPr>
            </a:pPr>
            <a:r>
              <a:rPr sz="1575" b="1">
                <a:solidFill>
                  <a:srgbClr val="0F1720"/>
                </a:solidFill>
              </a:rPr>
              <a:t>新規・既存・混在を選び、容量／色／数量／配送月などの分け方を指定します。</a:t>
            </a:r>
          </a:p>
        </p:txBody>
      </p:sp>
      <p:sp>
        <p:nvSpPr>
          <p:cNvPr id="19" name="">
            <a:extLst xmlns:a="http://schemas.openxmlformats.org/drawingml/2006/main">
              <a:ext uri="{FF2B5EF4-FFF2-40B4-BE49-F238E27FC236}">
                <a16:creationId xmlns:a16="http://schemas.microsoft.com/office/drawing/2014/main" id="{466660FA-FE58-4CB6-8C72-3BEF5E94EB88}"/>
              </a:ext>
            </a:extLst>
          </p:cNvPr>
          <p:cNvSpPr>
            <a:spLocks xmlns:a="http://schemas.openxmlformats.org/drawingml/2006/main" noGrp="1"/>
          </p:cNvSpPr>
          <p:nvPr/>
        </p:nvSpPr>
        <p:spPr>
          <a:xfrm xmlns:a="http://schemas.openxmlformats.org/drawingml/2006/main">
            <a:off x="6324600" y="34385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0" name="text-ndmaop">
            <a:extLst xmlns:a="http://schemas.openxmlformats.org/drawingml/2006/main">
              <a:ext uri="{FF2B5EF4-FFF2-40B4-BE49-F238E27FC236}">
                <a16:creationId xmlns:a16="http://schemas.microsoft.com/office/drawing/2014/main" id="{9DDD043C-033A-46EE-A23B-0A8160F7C67A}"/>
              </a:ext>
            </a:extLst>
          </p:cNvPr>
          <p:cNvSpPr>
            <a:spLocks xmlns:a="http://schemas.openxmlformats.org/drawingml/2006/main" noGrp="1"/>
          </p:cNvSpPr>
          <p:nvPr/>
        </p:nvSpPr>
        <p:spPr>
          <a:xfrm xmlns:a="http://schemas.openxmlformats.org/drawingml/2006/main">
            <a:off x="6534150" y="333375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既存は選択事業者の商品だけ</a:t>
            </a:r>
          </a:p>
        </p:txBody>
      </p:sp>
      <p:sp>
        <p:nvSpPr>
          <p:cNvPr id="21" name="">
            <a:extLst xmlns:a="http://schemas.openxmlformats.org/drawingml/2006/main">
              <a:ext uri="{FF2B5EF4-FFF2-40B4-BE49-F238E27FC236}">
                <a16:creationId xmlns:a16="http://schemas.microsoft.com/office/drawing/2014/main" id="{0657F12A-1BEF-4511-B7FB-B0841D390658}"/>
              </a:ext>
            </a:extLst>
          </p:cNvPr>
          <p:cNvSpPr>
            <a:spLocks xmlns:a="http://schemas.openxmlformats.org/drawingml/2006/main" noGrp="1"/>
          </p:cNvSpPr>
          <p:nvPr/>
        </p:nvSpPr>
        <p:spPr>
          <a:xfrm xmlns:a="http://schemas.openxmlformats.org/drawingml/2006/main">
            <a:off x="6324600" y="38385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2" name="text-zjfp49">
            <a:extLst xmlns:a="http://schemas.openxmlformats.org/drawingml/2006/main">
              <a:ext uri="{FF2B5EF4-FFF2-40B4-BE49-F238E27FC236}">
                <a16:creationId xmlns:a16="http://schemas.microsoft.com/office/drawing/2014/main" id="{0B6258A6-480E-4866-AFAE-2C6DFF1819E7}"/>
              </a:ext>
            </a:extLst>
          </p:cNvPr>
          <p:cNvSpPr>
            <a:spLocks xmlns:a="http://schemas.openxmlformats.org/drawingml/2006/main" noGrp="1"/>
          </p:cNvSpPr>
          <p:nvPr/>
        </p:nvSpPr>
        <p:spPr>
          <a:xfrm xmlns:a="http://schemas.openxmlformats.org/drawingml/2006/main">
            <a:off x="6534150" y="37338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新規SKUは商品情報をすべて入力</a:t>
            </a:r>
          </a:p>
        </p:txBody>
      </p:sp>
      <p:sp>
        <p:nvSpPr>
          <p:cNvPr id="23" name="">
            <a:extLst xmlns:a="http://schemas.openxmlformats.org/drawingml/2006/main">
              <a:ext uri="{FF2B5EF4-FFF2-40B4-BE49-F238E27FC236}">
                <a16:creationId xmlns:a16="http://schemas.microsoft.com/office/drawing/2014/main" id="{B97E2664-7F68-4380-AD55-C6A190F44B1F}"/>
              </a:ext>
            </a:extLst>
          </p:cNvPr>
          <p:cNvSpPr>
            <a:spLocks xmlns:a="http://schemas.openxmlformats.org/drawingml/2006/main" noGrp="1"/>
          </p:cNvSpPr>
          <p:nvPr/>
        </p:nvSpPr>
        <p:spPr>
          <a:xfrm xmlns:a="http://schemas.openxmlformats.org/drawingml/2006/main">
            <a:off x="6324600" y="42386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4" name="text-voltei">
            <a:extLst xmlns:a="http://schemas.openxmlformats.org/drawingml/2006/main">
              <a:ext uri="{FF2B5EF4-FFF2-40B4-BE49-F238E27FC236}">
                <a16:creationId xmlns:a16="http://schemas.microsoft.com/office/drawing/2014/main" id="{BCB5DEBD-E085-42E2-9090-E9D849424C64}"/>
              </a:ext>
            </a:extLst>
          </p:cNvPr>
          <p:cNvSpPr>
            <a:spLocks xmlns:a="http://schemas.openxmlformats.org/drawingml/2006/main" noGrp="1"/>
          </p:cNvSpPr>
          <p:nvPr/>
        </p:nvSpPr>
        <p:spPr>
          <a:xfrm xmlns:a="http://schemas.openxmlformats.org/drawingml/2006/main">
            <a:off x="6534150" y="413385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SKUごとに商品別表を作成</a:t>
            </a:r>
          </a:p>
        </p:txBody>
      </p:sp>
      <p:sp>
        <p:nvSpPr>
          <p:cNvPr id="25" name="">
            <a:extLst xmlns:a="http://schemas.openxmlformats.org/drawingml/2006/main">
              <a:ext uri="{FF2B5EF4-FFF2-40B4-BE49-F238E27FC236}">
                <a16:creationId xmlns:a16="http://schemas.microsoft.com/office/drawing/2014/main" id="{ED651522-0DD7-49E9-BD72-A9B554514002}"/>
              </a:ext>
            </a:extLst>
          </p:cNvPr>
          <p:cNvSpPr>
            <a:spLocks xmlns:a="http://schemas.openxmlformats.org/drawingml/2006/main" noGrp="1"/>
          </p:cNvSpPr>
          <p:nvPr/>
        </p:nvSpPr>
        <p:spPr>
          <a:xfrm xmlns:a="http://schemas.openxmlformats.org/drawingml/2006/main">
            <a:off x="666750" y="5467350"/>
            <a:ext cx="10858500" cy="647700"/>
          </a:xfrm>
          <a:prstGeom xmlns:a="http://schemas.openxmlformats.org/drawingml/2006/main" prst="rect">
            <a:avLst/>
          </a:prstGeom>
          <a:solidFill xmlns:a="http://schemas.openxmlformats.org/drawingml/2006/main">
            <a:srgbClr val="FFF8E8"/>
          </a:solidFill>
          <a:ln xmlns:a="http://schemas.openxmlformats.org/drawingml/2006/main" w="9525">
            <a:solidFill>
              <a:srgbClr val="E0B45C"/>
            </a:solidFill>
            <a:prstDash val="solid"/>
          </a:ln>
        </p:spPr>
      </p:sp>
      <p:sp>
        <p:nvSpPr>
          <p:cNvPr id="26" name="text-20loxv">
            <a:extLst xmlns:a="http://schemas.openxmlformats.org/drawingml/2006/main">
              <a:ext uri="{FF2B5EF4-FFF2-40B4-BE49-F238E27FC236}">
                <a16:creationId xmlns:a16="http://schemas.microsoft.com/office/drawing/2014/main" id="{C67E4B08-A67C-4F55-BC07-B197145FC7DD}"/>
              </a:ext>
            </a:extLst>
          </p:cNvPr>
          <p:cNvSpPr>
            <a:spLocks xmlns:a="http://schemas.openxmlformats.org/drawingml/2006/main" noGrp="1"/>
          </p:cNvSpPr>
          <p:nvPr/>
        </p:nvSpPr>
        <p:spPr>
          <a:xfrm xmlns:a="http://schemas.openxmlformats.org/drawingml/2006/main">
            <a:off x="876300" y="5572125"/>
            <a:ext cx="10439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A7690B"/>
                </a:solidFill>
              </a:defRPr>
            </a:pPr>
            <a:r>
              <a:rPr sz="1275" b="1">
                <a:solidFill>
                  <a:srgbClr val="A7690B"/>
                </a:solidFill>
              </a:rPr>
              <a:t>入力者と作業者で構成が共有できない場合は、単品の新規／修正依頼として登録してください。</a:t>
            </a:r>
          </a:p>
        </p:txBody>
      </p:sp>
      <p:sp>
        <p:nvSpPr>
          <p:cNvPr id="27" name="text-4vviuc">
            <a:extLst xmlns:a="http://schemas.openxmlformats.org/drawingml/2006/main">
              <a:ext uri="{FF2B5EF4-FFF2-40B4-BE49-F238E27FC236}">
                <a16:creationId xmlns:a16="http://schemas.microsoft.com/office/drawing/2014/main" id="{02C34FAF-0964-46EE-B85C-058AA5FEA874}"/>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15</a:t>
            </a:r>
          </a:p>
        </p:txBody>
      </p:sp>
    </p:spTree>
    <p:extLst>
      <p:ext uri="{BB962C8B-B14F-4D97-AF65-F5344CB8AC3E}">
        <p14:creationId xmlns:p14="http://schemas.microsoft.com/office/powerpoint/2010/main" val="14477616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zysjxo">
            <a:extLst xmlns:a="http://schemas.openxmlformats.org/drawingml/2006/main">
              <a:ext uri="{FF2B5EF4-FFF2-40B4-BE49-F238E27FC236}">
                <a16:creationId xmlns:a16="http://schemas.microsoft.com/office/drawing/2014/main" id="{A86B9EED-43DE-4F3E-9359-851D9A613072}"/>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15 / ASSIGNMENT</a:t>
            </a:r>
          </a:p>
        </p:txBody>
      </p:sp>
      <p:sp>
        <p:nvSpPr>
          <p:cNvPr id="2" name="text-gparda">
            <a:extLst xmlns:a="http://schemas.openxmlformats.org/drawingml/2006/main">
              <a:ext uri="{FF2B5EF4-FFF2-40B4-BE49-F238E27FC236}">
                <a16:creationId xmlns:a16="http://schemas.microsoft.com/office/drawing/2014/main" id="{718040AC-D929-45B2-AC9E-DD3B527387AE}"/>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担当者・通知先・依頼者を確認する</a:t>
            </a:r>
          </a:p>
        </p:txBody>
      </p:sp>
      <p:sp>
        <p:nvSpPr>
          <p:cNvPr id="3" name="text-0362je">
            <a:extLst xmlns:a="http://schemas.openxmlformats.org/drawingml/2006/main">
              <a:ext uri="{FF2B5EF4-FFF2-40B4-BE49-F238E27FC236}">
                <a16:creationId xmlns:a16="http://schemas.microsoft.com/office/drawing/2014/main" id="{24650BF1-20E3-4282-9F75-A1623B7A885A}"/>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本人連携済みなら、Backlogの登録者はログイン中の本人です。</a:t>
            </a:r>
          </a:p>
        </p:txBody>
      </p:sp>
      <p:sp>
        <p:nvSpPr>
          <p:cNvPr id="4" name="">
            <a:extLst xmlns:a="http://schemas.openxmlformats.org/drawingml/2006/main">
              <a:ext uri="{FF2B5EF4-FFF2-40B4-BE49-F238E27FC236}">
                <a16:creationId xmlns:a16="http://schemas.microsoft.com/office/drawing/2014/main" id="{7CA6FF5B-76DB-4EE1-B655-ED7026136C92}"/>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2ebcb9d78364bb2"/>
          <a:srcRect xmlns:a="http://schemas.openxmlformats.org/drawingml/2006/main" l="4118" t="0" r="4118" b="0"/>
          <a:stretch xmlns:a="http://schemas.openxmlformats.org/drawingml/2006/main">
            <a:fillRect l="0" t="0" r="0" b="0"/>
          </a:stretch>
        </p:blipFill>
        <p:spPr>
          <a:xfrm xmlns:a="http://schemas.openxmlformats.org/drawingml/2006/main">
            <a:off x="552450" y="1676400"/>
            <a:ext cx="7334250" cy="4495800"/>
          </a:xfrm>
          <a:prstGeom xmlns:a="http://schemas.openxmlformats.org/drawingml/2006/main" prst="roundRect">
            <a:avLst>
              <a:gd name="adj" fmla="val 2542"/>
            </a:avLst>
          </a:prstGeom>
        </p:spPr>
      </p:pic>
      <p:sp>
        <p:nvSpPr>
          <p:cNvPr id="6" name="">
            <a:extLst xmlns:a="http://schemas.openxmlformats.org/drawingml/2006/main">
              <a:ext uri="{FF2B5EF4-FFF2-40B4-BE49-F238E27FC236}">
                <a16:creationId xmlns:a16="http://schemas.microsoft.com/office/drawing/2014/main" id="{F66A6DDB-881C-43B3-9103-0DD80664895A}"/>
              </a:ext>
            </a:extLst>
          </p:cNvPr>
          <p:cNvSpPr>
            <a:spLocks xmlns:a="http://schemas.openxmlformats.org/drawingml/2006/main" noGrp="1"/>
          </p:cNvSpPr>
          <p:nvPr/>
        </p:nvSpPr>
        <p:spPr>
          <a:xfrm xmlns:a="http://schemas.openxmlformats.org/drawingml/2006/main">
            <a:off x="8134350" y="1847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E388ABF1-DCDE-4498-B9FD-700CBF9E97B5}"/>
              </a:ext>
            </a:extLst>
          </p:cNvPr>
          <p:cNvSpPr>
            <a:spLocks xmlns:a="http://schemas.openxmlformats.org/drawingml/2006/main" noGrp="1"/>
          </p:cNvSpPr>
          <p:nvPr/>
        </p:nvSpPr>
        <p:spPr>
          <a:xfrm xmlns:a="http://schemas.openxmlformats.org/drawingml/2006/main">
            <a:off x="8591550" y="18192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2a9vxy">
            <a:extLst xmlns:a="http://schemas.openxmlformats.org/drawingml/2006/main">
              <a:ext uri="{FF2B5EF4-FFF2-40B4-BE49-F238E27FC236}">
                <a16:creationId xmlns:a16="http://schemas.microsoft.com/office/drawing/2014/main" id="{474E7FC8-5F2C-48EB-8971-AB5A5A4713E3}"/>
              </a:ext>
            </a:extLst>
          </p:cNvPr>
          <p:cNvSpPr>
            <a:spLocks xmlns:a="http://schemas.openxmlformats.org/drawingml/2006/main" noGrp="1"/>
          </p:cNvSpPr>
          <p:nvPr/>
        </p:nvSpPr>
        <p:spPr>
          <a:xfrm xmlns:a="http://schemas.openxmlformats.org/drawingml/2006/main">
            <a:off x="8705850" y="18383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依頼者はログイン情報から判定</a:t>
            </a:r>
          </a:p>
        </p:txBody>
      </p:sp>
      <p:sp>
        <p:nvSpPr>
          <p:cNvPr id="9" name="">
            <a:extLst xmlns:a="http://schemas.openxmlformats.org/drawingml/2006/main">
              <a:ext uri="{FF2B5EF4-FFF2-40B4-BE49-F238E27FC236}">
                <a16:creationId xmlns:a16="http://schemas.microsoft.com/office/drawing/2014/main" id="{82CE5726-7B94-47E8-9C58-AF044494E8E3}"/>
              </a:ext>
            </a:extLst>
          </p:cNvPr>
          <p:cNvSpPr>
            <a:spLocks xmlns:a="http://schemas.openxmlformats.org/drawingml/2006/main" noGrp="1"/>
          </p:cNvSpPr>
          <p:nvPr/>
        </p:nvSpPr>
        <p:spPr>
          <a:xfrm xmlns:a="http://schemas.openxmlformats.org/drawingml/2006/main">
            <a:off x="8134350" y="259080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41621694-79B6-40D1-BD0D-127B0D679D26}"/>
              </a:ext>
            </a:extLst>
          </p:cNvPr>
          <p:cNvSpPr>
            <a:spLocks xmlns:a="http://schemas.openxmlformats.org/drawingml/2006/main" noGrp="1"/>
          </p:cNvSpPr>
          <p:nvPr/>
        </p:nvSpPr>
        <p:spPr>
          <a:xfrm xmlns:a="http://schemas.openxmlformats.org/drawingml/2006/main">
            <a:off x="8591550" y="256222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1" name="text-4ilxq8">
            <a:extLst xmlns:a="http://schemas.openxmlformats.org/drawingml/2006/main">
              <a:ext uri="{FF2B5EF4-FFF2-40B4-BE49-F238E27FC236}">
                <a16:creationId xmlns:a16="http://schemas.microsoft.com/office/drawing/2014/main" id="{95DF1813-9B2A-400C-A042-B8FDCBA8E7C1}"/>
              </a:ext>
            </a:extLst>
          </p:cNvPr>
          <p:cNvSpPr>
            <a:spLocks xmlns:a="http://schemas.openxmlformats.org/drawingml/2006/main" noGrp="1"/>
          </p:cNvSpPr>
          <p:nvPr/>
        </p:nvSpPr>
        <p:spPr>
          <a:xfrm xmlns:a="http://schemas.openxmlformats.org/drawingml/2006/main">
            <a:off x="8705850" y="258127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担当者は1名を選択（任意）</a:t>
            </a:r>
          </a:p>
        </p:txBody>
      </p:sp>
      <p:sp>
        <p:nvSpPr>
          <p:cNvPr id="12" name="">
            <a:extLst xmlns:a="http://schemas.openxmlformats.org/drawingml/2006/main">
              <a:ext uri="{FF2B5EF4-FFF2-40B4-BE49-F238E27FC236}">
                <a16:creationId xmlns:a16="http://schemas.microsoft.com/office/drawing/2014/main" id="{FA9BB521-8DE3-415E-B69B-71919F075940}"/>
              </a:ext>
            </a:extLst>
          </p:cNvPr>
          <p:cNvSpPr>
            <a:spLocks xmlns:a="http://schemas.openxmlformats.org/drawingml/2006/main" noGrp="1"/>
          </p:cNvSpPr>
          <p:nvPr/>
        </p:nvSpPr>
        <p:spPr>
          <a:xfrm xmlns:a="http://schemas.openxmlformats.org/drawingml/2006/main">
            <a:off x="8134350" y="333375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7B49BF4E-48D9-4756-892F-C40B0B908711}"/>
              </a:ext>
            </a:extLst>
          </p:cNvPr>
          <p:cNvSpPr>
            <a:spLocks xmlns:a="http://schemas.openxmlformats.org/drawingml/2006/main" noGrp="1"/>
          </p:cNvSpPr>
          <p:nvPr/>
        </p:nvSpPr>
        <p:spPr>
          <a:xfrm xmlns:a="http://schemas.openxmlformats.org/drawingml/2006/main">
            <a:off x="8591550" y="33051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A7690B"/>
            </a:solidFill>
            <a:prstDash val="solid"/>
          </a:ln>
        </p:spPr>
      </p:sp>
      <p:sp>
        <p:nvSpPr>
          <p:cNvPr id="14" name="text-l3w7w1">
            <a:extLst xmlns:a="http://schemas.openxmlformats.org/drawingml/2006/main">
              <a:ext uri="{FF2B5EF4-FFF2-40B4-BE49-F238E27FC236}">
                <a16:creationId xmlns:a16="http://schemas.microsoft.com/office/drawing/2014/main" id="{7AA8926F-CC28-439B-8608-5967EC582B4A}"/>
              </a:ext>
            </a:extLst>
          </p:cNvPr>
          <p:cNvSpPr>
            <a:spLocks xmlns:a="http://schemas.openxmlformats.org/drawingml/2006/main" noGrp="1"/>
          </p:cNvSpPr>
          <p:nvPr/>
        </p:nvSpPr>
        <p:spPr>
          <a:xfrm xmlns:a="http://schemas.openxmlformats.org/drawingml/2006/main">
            <a:off x="8705850" y="33242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通知先はユーザー／チームを複数選択</a:t>
            </a:r>
          </a:p>
        </p:txBody>
      </p:sp>
      <p:sp>
        <p:nvSpPr>
          <p:cNvPr id="15" name="">
            <a:extLst xmlns:a="http://schemas.openxmlformats.org/drawingml/2006/main">
              <a:ext uri="{FF2B5EF4-FFF2-40B4-BE49-F238E27FC236}">
                <a16:creationId xmlns:a16="http://schemas.microsoft.com/office/drawing/2014/main" id="{5F173D4F-AE23-4091-A6D8-18D4319D6975}"/>
              </a:ext>
            </a:extLst>
          </p:cNvPr>
          <p:cNvSpPr>
            <a:spLocks xmlns:a="http://schemas.openxmlformats.org/drawingml/2006/main" noGrp="1"/>
          </p:cNvSpPr>
          <p:nvPr/>
        </p:nvSpPr>
        <p:spPr>
          <a:xfrm xmlns:a="http://schemas.openxmlformats.org/drawingml/2006/main">
            <a:off x="8134350" y="4095750"/>
            <a:ext cx="3219450" cy="15621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5448979-019E-4162-AFE3-4757B5922B4F}"/>
              </a:ext>
            </a:extLst>
          </p:cNvPr>
          <p:cNvSpPr>
            <a:spLocks xmlns:a="http://schemas.openxmlformats.org/drawingml/2006/main" noGrp="1"/>
          </p:cNvSpPr>
          <p:nvPr/>
        </p:nvSpPr>
        <p:spPr>
          <a:xfrm xmlns:a="http://schemas.openxmlformats.org/drawingml/2006/main">
            <a:off x="8324850" y="435292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17" name="text-br8v1t">
            <a:extLst xmlns:a="http://schemas.openxmlformats.org/drawingml/2006/main">
              <a:ext uri="{FF2B5EF4-FFF2-40B4-BE49-F238E27FC236}">
                <a16:creationId xmlns:a16="http://schemas.microsoft.com/office/drawing/2014/main" id="{A47FE3FE-C6F7-46CF-B3F8-2C9C309490A6}"/>
              </a:ext>
            </a:extLst>
          </p:cNvPr>
          <p:cNvSpPr>
            <a:spLocks xmlns:a="http://schemas.openxmlformats.org/drawingml/2006/main" noGrp="1"/>
          </p:cNvSpPr>
          <p:nvPr/>
        </p:nvSpPr>
        <p:spPr>
          <a:xfrm xmlns:a="http://schemas.openxmlformats.org/drawingml/2006/main">
            <a:off x="8534400" y="4248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品番取得時は自治体別担当を自動設定</a:t>
            </a:r>
          </a:p>
        </p:txBody>
      </p:sp>
      <p:sp>
        <p:nvSpPr>
          <p:cNvPr id="18" name="">
            <a:extLst xmlns:a="http://schemas.openxmlformats.org/drawingml/2006/main">
              <a:ext uri="{FF2B5EF4-FFF2-40B4-BE49-F238E27FC236}">
                <a16:creationId xmlns:a16="http://schemas.microsoft.com/office/drawing/2014/main" id="{7838C329-89C3-4926-85C7-3F0C0DA86AD6}"/>
              </a:ext>
            </a:extLst>
          </p:cNvPr>
          <p:cNvSpPr>
            <a:spLocks xmlns:a="http://schemas.openxmlformats.org/drawingml/2006/main" noGrp="1"/>
          </p:cNvSpPr>
          <p:nvPr/>
        </p:nvSpPr>
        <p:spPr>
          <a:xfrm xmlns:a="http://schemas.openxmlformats.org/drawingml/2006/main">
            <a:off x="8324850" y="47339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9" name="text-6w9taq">
            <a:extLst xmlns:a="http://schemas.openxmlformats.org/drawingml/2006/main">
              <a:ext uri="{FF2B5EF4-FFF2-40B4-BE49-F238E27FC236}">
                <a16:creationId xmlns:a16="http://schemas.microsoft.com/office/drawing/2014/main" id="{6E48DC28-3BFF-458F-ADF7-A27CBB686A1E}"/>
              </a:ext>
            </a:extLst>
          </p:cNvPr>
          <p:cNvSpPr>
            <a:spLocks xmlns:a="http://schemas.openxmlformats.org/drawingml/2006/main" noGrp="1"/>
          </p:cNvSpPr>
          <p:nvPr/>
        </p:nvSpPr>
        <p:spPr>
          <a:xfrm xmlns:a="http://schemas.openxmlformats.org/drawingml/2006/main">
            <a:off x="8534400" y="4629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対応内容・備考は詳細の上段</a:t>
            </a:r>
          </a:p>
        </p:txBody>
      </p:sp>
      <p:sp>
        <p:nvSpPr>
          <p:cNvPr id="20" name="">
            <a:extLst xmlns:a="http://schemas.openxmlformats.org/drawingml/2006/main">
              <a:ext uri="{FF2B5EF4-FFF2-40B4-BE49-F238E27FC236}">
                <a16:creationId xmlns:a16="http://schemas.microsoft.com/office/drawing/2014/main" id="{00D216A5-725C-43CA-88DA-9F5F1E9F8F01}"/>
              </a:ext>
            </a:extLst>
          </p:cNvPr>
          <p:cNvSpPr>
            <a:spLocks xmlns:a="http://schemas.openxmlformats.org/drawingml/2006/main" noGrp="1"/>
          </p:cNvSpPr>
          <p:nvPr/>
        </p:nvSpPr>
        <p:spPr>
          <a:xfrm xmlns:a="http://schemas.openxmlformats.org/drawingml/2006/main">
            <a:off x="8324850" y="511492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21" name="text-vhyqhv">
            <a:extLst xmlns:a="http://schemas.openxmlformats.org/drawingml/2006/main">
              <a:ext uri="{FF2B5EF4-FFF2-40B4-BE49-F238E27FC236}">
                <a16:creationId xmlns:a16="http://schemas.microsoft.com/office/drawing/2014/main" id="{5B543673-4278-433F-93C1-34F848A231D5}"/>
              </a:ext>
            </a:extLst>
          </p:cNvPr>
          <p:cNvSpPr>
            <a:spLocks xmlns:a="http://schemas.openxmlformats.org/drawingml/2006/main" noGrp="1"/>
          </p:cNvSpPr>
          <p:nvPr/>
        </p:nvSpPr>
        <p:spPr>
          <a:xfrm xmlns:a="http://schemas.openxmlformats.org/drawingml/2006/main">
            <a:off x="8534400" y="5010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BOX URLは詳細の最下段</a:t>
            </a:r>
          </a:p>
        </p:txBody>
      </p:sp>
      <p:sp>
        <p:nvSpPr>
          <p:cNvPr id="22" name="text-k2wjyq">
            <a:extLst xmlns:a="http://schemas.openxmlformats.org/drawingml/2006/main">
              <a:ext uri="{FF2B5EF4-FFF2-40B4-BE49-F238E27FC236}">
                <a16:creationId xmlns:a16="http://schemas.microsoft.com/office/drawing/2014/main" id="{DB065DD2-28CA-48AE-B952-36F7D698FEBC}"/>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16</a:t>
            </a:r>
          </a:p>
        </p:txBody>
      </p:sp>
    </p:spTree>
    <p:extLst>
      <p:ext uri="{BB962C8B-B14F-4D97-AF65-F5344CB8AC3E}">
        <p14:creationId xmlns:p14="http://schemas.microsoft.com/office/powerpoint/2010/main" val="13620453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text-sxqb7c">
            <a:extLst xmlns:a="http://schemas.openxmlformats.org/drawingml/2006/main">
              <a:ext uri="{FF2B5EF4-FFF2-40B4-BE49-F238E27FC236}">
                <a16:creationId xmlns:a16="http://schemas.microsoft.com/office/drawing/2014/main" id="{8C2F852A-DB55-4CB5-B077-C37368779FFD}"/>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16 / BACKLOG MAPPING</a:t>
            </a:r>
          </a:p>
        </p:txBody>
      </p:sp>
      <p:sp>
        <p:nvSpPr>
          <p:cNvPr id="2" name="text-g54dyr">
            <a:extLst xmlns:a="http://schemas.openxmlformats.org/drawingml/2006/main">
              <a:ext uri="{FF2B5EF4-FFF2-40B4-BE49-F238E27FC236}">
                <a16:creationId xmlns:a16="http://schemas.microsoft.com/office/drawing/2014/main" id="{116D1EE0-24D3-4CCE-BEB4-D95F0C39B42F}"/>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フォーム入力はBacklogの各場所へ分かれて反映</a:t>
            </a:r>
          </a:p>
        </p:txBody>
      </p:sp>
      <p:sp>
        <p:nvSpPr>
          <p:cNvPr id="3" name="text-6k05vz">
            <a:extLst xmlns:a="http://schemas.openxmlformats.org/drawingml/2006/main">
              <a:ext uri="{FF2B5EF4-FFF2-40B4-BE49-F238E27FC236}">
                <a16:creationId xmlns:a16="http://schemas.microsoft.com/office/drawing/2014/main" id="{38635C39-C2D4-48B7-AAED-FC88C95644A2}"/>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保存前に「誰へ・どこへ入るか」を確認します。</a:t>
            </a:r>
          </a:p>
        </p:txBody>
      </p:sp>
      <p:sp>
        <p:nvSpPr>
          <p:cNvPr id="4" name="">
            <a:extLst xmlns:a="http://schemas.openxmlformats.org/drawingml/2006/main">
              <a:ext uri="{FF2B5EF4-FFF2-40B4-BE49-F238E27FC236}">
                <a16:creationId xmlns:a16="http://schemas.microsoft.com/office/drawing/2014/main" id="{A1511A14-F0C3-45C7-B82B-84B2E92E7F9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D7C5177-B64F-4E06-B019-574081DC62DD}"/>
              </a:ext>
            </a:extLst>
          </p:cNvPr>
          <p:cNvSpPr>
            <a:spLocks xmlns:a="http://schemas.openxmlformats.org/drawingml/2006/main" noGrp="1"/>
          </p:cNvSpPr>
          <p:nvPr/>
        </p:nvSpPr>
        <p:spPr>
          <a:xfrm xmlns:a="http://schemas.openxmlformats.org/drawingml/2006/main">
            <a:off x="609600" y="1676400"/>
            <a:ext cx="2571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i8p4vy">
            <a:extLst xmlns:a="http://schemas.openxmlformats.org/drawingml/2006/main">
              <a:ext uri="{FF2B5EF4-FFF2-40B4-BE49-F238E27FC236}">
                <a16:creationId xmlns:a16="http://schemas.microsoft.com/office/drawing/2014/main" id="{E831721A-C9AD-434C-A73A-3AA66640457F}"/>
              </a:ext>
            </a:extLst>
          </p:cNvPr>
          <p:cNvSpPr>
            <a:spLocks xmlns:a="http://schemas.openxmlformats.org/drawingml/2006/main" noGrp="1"/>
          </p:cNvSpPr>
          <p:nvPr/>
        </p:nvSpPr>
        <p:spPr>
          <a:xfrm xmlns:a="http://schemas.openxmlformats.org/drawingml/2006/main">
            <a:off x="685800" y="167640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フォーム項目</a:t>
            </a:r>
          </a:p>
        </p:txBody>
      </p:sp>
      <p:sp>
        <p:nvSpPr>
          <p:cNvPr id="7" name="">
            <a:extLst xmlns:a="http://schemas.openxmlformats.org/drawingml/2006/main">
              <a:ext uri="{FF2B5EF4-FFF2-40B4-BE49-F238E27FC236}">
                <a16:creationId xmlns:a16="http://schemas.microsoft.com/office/drawing/2014/main" id="{791631CE-37E1-4078-BF9B-CD47EE6D614A}"/>
              </a:ext>
            </a:extLst>
          </p:cNvPr>
          <p:cNvSpPr>
            <a:spLocks xmlns:a="http://schemas.openxmlformats.org/drawingml/2006/main" noGrp="1"/>
          </p:cNvSpPr>
          <p:nvPr/>
        </p:nvSpPr>
        <p:spPr>
          <a:xfrm xmlns:a="http://schemas.openxmlformats.org/drawingml/2006/main">
            <a:off x="3181350" y="1676400"/>
            <a:ext cx="3667125"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b11yd0">
            <a:extLst xmlns:a="http://schemas.openxmlformats.org/drawingml/2006/main">
              <a:ext uri="{FF2B5EF4-FFF2-40B4-BE49-F238E27FC236}">
                <a16:creationId xmlns:a16="http://schemas.microsoft.com/office/drawing/2014/main" id="{A9FDB755-B7AB-4BC0-89E2-25F0B91AA333}"/>
              </a:ext>
            </a:extLst>
          </p:cNvPr>
          <p:cNvSpPr>
            <a:spLocks xmlns:a="http://schemas.openxmlformats.org/drawingml/2006/main" noGrp="1"/>
          </p:cNvSpPr>
          <p:nvPr/>
        </p:nvSpPr>
        <p:spPr>
          <a:xfrm xmlns:a="http://schemas.openxmlformats.org/drawingml/2006/main">
            <a:off x="3257550" y="1676400"/>
            <a:ext cx="3514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Backlog反映先</a:t>
            </a:r>
          </a:p>
        </p:txBody>
      </p:sp>
      <p:sp>
        <p:nvSpPr>
          <p:cNvPr id="9" name="">
            <a:extLst xmlns:a="http://schemas.openxmlformats.org/drawingml/2006/main">
              <a:ext uri="{FF2B5EF4-FFF2-40B4-BE49-F238E27FC236}">
                <a16:creationId xmlns:a16="http://schemas.microsoft.com/office/drawing/2014/main" id="{C7D041D8-AC70-4D0E-833A-A716C0AFFEDE}"/>
              </a:ext>
            </a:extLst>
          </p:cNvPr>
          <p:cNvSpPr>
            <a:spLocks xmlns:a="http://schemas.openxmlformats.org/drawingml/2006/main" noGrp="1"/>
          </p:cNvSpPr>
          <p:nvPr/>
        </p:nvSpPr>
        <p:spPr>
          <a:xfrm xmlns:a="http://schemas.openxmlformats.org/drawingml/2006/main">
            <a:off x="6848475" y="1676400"/>
            <a:ext cx="4733925"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9keoqn">
            <a:extLst xmlns:a="http://schemas.openxmlformats.org/drawingml/2006/main">
              <a:ext uri="{FF2B5EF4-FFF2-40B4-BE49-F238E27FC236}">
                <a16:creationId xmlns:a16="http://schemas.microsoft.com/office/drawing/2014/main" id="{96530140-662C-4442-820D-4FE1AE0CF0AA}"/>
              </a:ext>
            </a:extLst>
          </p:cNvPr>
          <p:cNvSpPr>
            <a:spLocks xmlns:a="http://schemas.openxmlformats.org/drawingml/2006/main" noGrp="1"/>
          </p:cNvSpPr>
          <p:nvPr/>
        </p:nvSpPr>
        <p:spPr>
          <a:xfrm xmlns:a="http://schemas.openxmlformats.org/drawingml/2006/main">
            <a:off x="6924675" y="1676400"/>
            <a:ext cx="4581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運用上の意味</a:t>
            </a:r>
          </a:p>
        </p:txBody>
      </p:sp>
      <p:sp>
        <p:nvSpPr>
          <p:cNvPr id="11" name="">
            <a:extLst xmlns:a="http://schemas.openxmlformats.org/drawingml/2006/main">
              <a:ext uri="{FF2B5EF4-FFF2-40B4-BE49-F238E27FC236}">
                <a16:creationId xmlns:a16="http://schemas.microsoft.com/office/drawing/2014/main" id="{B3A73979-D3E2-4A94-92B8-7D3225CB982F}"/>
              </a:ext>
            </a:extLst>
          </p:cNvPr>
          <p:cNvSpPr>
            <a:spLocks xmlns:a="http://schemas.openxmlformats.org/drawingml/2006/main" noGrp="1"/>
          </p:cNvSpPr>
          <p:nvPr/>
        </p:nvSpPr>
        <p:spPr>
          <a:xfrm xmlns:a="http://schemas.openxmlformats.org/drawingml/2006/main">
            <a:off x="609600" y="2038350"/>
            <a:ext cx="25717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0vlal5">
            <a:extLst xmlns:a="http://schemas.openxmlformats.org/drawingml/2006/main">
              <a:ext uri="{FF2B5EF4-FFF2-40B4-BE49-F238E27FC236}">
                <a16:creationId xmlns:a16="http://schemas.microsoft.com/office/drawing/2014/main" id="{21B10A9F-D7D0-4F9E-8515-131925050AE6}"/>
              </a:ext>
            </a:extLst>
          </p:cNvPr>
          <p:cNvSpPr>
            <a:spLocks xmlns:a="http://schemas.openxmlformats.org/drawingml/2006/main" noGrp="1"/>
          </p:cNvSpPr>
          <p:nvPr/>
        </p:nvSpPr>
        <p:spPr>
          <a:xfrm xmlns:a="http://schemas.openxmlformats.org/drawingml/2006/main">
            <a:off x="685800" y="2066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課題種別</a:t>
            </a:r>
          </a:p>
        </p:txBody>
      </p:sp>
      <p:sp>
        <p:nvSpPr>
          <p:cNvPr id="13" name="">
            <a:extLst xmlns:a="http://schemas.openxmlformats.org/drawingml/2006/main">
              <a:ext uri="{FF2B5EF4-FFF2-40B4-BE49-F238E27FC236}">
                <a16:creationId xmlns:a16="http://schemas.microsoft.com/office/drawing/2014/main" id="{8F899797-1A60-4499-A7AE-1803974D0E9E}"/>
              </a:ext>
            </a:extLst>
          </p:cNvPr>
          <p:cNvSpPr>
            <a:spLocks xmlns:a="http://schemas.openxmlformats.org/drawingml/2006/main" noGrp="1"/>
          </p:cNvSpPr>
          <p:nvPr/>
        </p:nvSpPr>
        <p:spPr>
          <a:xfrm xmlns:a="http://schemas.openxmlformats.org/drawingml/2006/main">
            <a:off x="3181350" y="2038350"/>
            <a:ext cx="36671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r1ycra">
            <a:extLst xmlns:a="http://schemas.openxmlformats.org/drawingml/2006/main">
              <a:ext uri="{FF2B5EF4-FFF2-40B4-BE49-F238E27FC236}">
                <a16:creationId xmlns:a16="http://schemas.microsoft.com/office/drawing/2014/main" id="{69C8FE98-18C6-4BC5-A2B9-6E9E6DEC6A91}"/>
              </a:ext>
            </a:extLst>
          </p:cNvPr>
          <p:cNvSpPr>
            <a:spLocks xmlns:a="http://schemas.openxmlformats.org/drawingml/2006/main" noGrp="1"/>
          </p:cNvSpPr>
          <p:nvPr/>
        </p:nvSpPr>
        <p:spPr>
          <a:xfrm xmlns:a="http://schemas.openxmlformats.org/drawingml/2006/main">
            <a:off x="3257550" y="2066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課題種別</a:t>
            </a:r>
          </a:p>
        </p:txBody>
      </p:sp>
      <p:sp>
        <p:nvSpPr>
          <p:cNvPr id="15" name="">
            <a:extLst xmlns:a="http://schemas.openxmlformats.org/drawingml/2006/main">
              <a:ext uri="{FF2B5EF4-FFF2-40B4-BE49-F238E27FC236}">
                <a16:creationId xmlns:a16="http://schemas.microsoft.com/office/drawing/2014/main" id="{CBA41638-CBC7-4342-9933-E0EB9D33C1AF}"/>
              </a:ext>
            </a:extLst>
          </p:cNvPr>
          <p:cNvSpPr>
            <a:spLocks xmlns:a="http://schemas.openxmlformats.org/drawingml/2006/main" noGrp="1"/>
          </p:cNvSpPr>
          <p:nvPr/>
        </p:nvSpPr>
        <p:spPr>
          <a:xfrm xmlns:a="http://schemas.openxmlformats.org/drawingml/2006/main">
            <a:off x="6848475" y="2038350"/>
            <a:ext cx="47339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hte8u7">
            <a:extLst xmlns:a="http://schemas.openxmlformats.org/drawingml/2006/main">
              <a:ext uri="{FF2B5EF4-FFF2-40B4-BE49-F238E27FC236}">
                <a16:creationId xmlns:a16="http://schemas.microsoft.com/office/drawing/2014/main" id="{673F99A0-4947-4C59-AD66-6343F611CAF3}"/>
              </a:ext>
            </a:extLst>
          </p:cNvPr>
          <p:cNvSpPr>
            <a:spLocks xmlns:a="http://schemas.openxmlformats.org/drawingml/2006/main" noGrp="1"/>
          </p:cNvSpPr>
          <p:nvPr/>
        </p:nvSpPr>
        <p:spPr>
          <a:xfrm xmlns:a="http://schemas.openxmlformats.org/drawingml/2006/main">
            <a:off x="6924675" y="2066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新規は「新規商品登録」を既定</a:t>
            </a:r>
          </a:p>
        </p:txBody>
      </p:sp>
      <p:sp>
        <p:nvSpPr>
          <p:cNvPr id="17" name="">
            <a:extLst xmlns:a="http://schemas.openxmlformats.org/drawingml/2006/main">
              <a:ext uri="{FF2B5EF4-FFF2-40B4-BE49-F238E27FC236}">
                <a16:creationId xmlns:a16="http://schemas.microsoft.com/office/drawing/2014/main" id="{53A5A88A-7721-419F-96D3-7162413E9408}"/>
              </a:ext>
            </a:extLst>
          </p:cNvPr>
          <p:cNvSpPr>
            <a:spLocks xmlns:a="http://schemas.openxmlformats.org/drawingml/2006/main" noGrp="1"/>
          </p:cNvSpPr>
          <p:nvPr/>
        </p:nvSpPr>
        <p:spPr>
          <a:xfrm xmlns:a="http://schemas.openxmlformats.org/drawingml/2006/main">
            <a:off x="609600" y="2419350"/>
            <a:ext cx="2571750"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al0e6e">
            <a:extLst xmlns:a="http://schemas.openxmlformats.org/drawingml/2006/main">
              <a:ext uri="{FF2B5EF4-FFF2-40B4-BE49-F238E27FC236}">
                <a16:creationId xmlns:a16="http://schemas.microsoft.com/office/drawing/2014/main" id="{7A16506F-90F9-4639-86B8-CAD7752C7CE9}"/>
              </a:ext>
            </a:extLst>
          </p:cNvPr>
          <p:cNvSpPr>
            <a:spLocks xmlns:a="http://schemas.openxmlformats.org/drawingml/2006/main" noGrp="1"/>
          </p:cNvSpPr>
          <p:nvPr/>
        </p:nvSpPr>
        <p:spPr>
          <a:xfrm xmlns:a="http://schemas.openxmlformats.org/drawingml/2006/main">
            <a:off x="685800" y="2447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課題タイトル／至急</a:t>
            </a:r>
          </a:p>
        </p:txBody>
      </p:sp>
      <p:sp>
        <p:nvSpPr>
          <p:cNvPr id="19" name="">
            <a:extLst xmlns:a="http://schemas.openxmlformats.org/drawingml/2006/main">
              <a:ext uri="{FF2B5EF4-FFF2-40B4-BE49-F238E27FC236}">
                <a16:creationId xmlns:a16="http://schemas.microsoft.com/office/drawing/2014/main" id="{F57C7FAD-1D3E-4C33-B428-481D2076A93B}"/>
              </a:ext>
            </a:extLst>
          </p:cNvPr>
          <p:cNvSpPr>
            <a:spLocks xmlns:a="http://schemas.openxmlformats.org/drawingml/2006/main" noGrp="1"/>
          </p:cNvSpPr>
          <p:nvPr/>
        </p:nvSpPr>
        <p:spPr>
          <a:xfrm xmlns:a="http://schemas.openxmlformats.org/drawingml/2006/main">
            <a:off x="3181350" y="2419350"/>
            <a:ext cx="36671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etlina">
            <a:extLst xmlns:a="http://schemas.openxmlformats.org/drawingml/2006/main">
              <a:ext uri="{FF2B5EF4-FFF2-40B4-BE49-F238E27FC236}">
                <a16:creationId xmlns:a16="http://schemas.microsoft.com/office/drawing/2014/main" id="{187C385C-49E2-4540-AD5C-AC8F61C3F5E4}"/>
              </a:ext>
            </a:extLst>
          </p:cNvPr>
          <p:cNvSpPr>
            <a:spLocks xmlns:a="http://schemas.openxmlformats.org/drawingml/2006/main" noGrp="1"/>
          </p:cNvSpPr>
          <p:nvPr/>
        </p:nvSpPr>
        <p:spPr>
          <a:xfrm xmlns:a="http://schemas.openxmlformats.org/drawingml/2006/main">
            <a:off x="3257550" y="2447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件名</a:t>
            </a:r>
          </a:p>
        </p:txBody>
      </p:sp>
      <p:sp>
        <p:nvSpPr>
          <p:cNvPr id="21" name="">
            <a:extLst xmlns:a="http://schemas.openxmlformats.org/drawingml/2006/main">
              <a:ext uri="{FF2B5EF4-FFF2-40B4-BE49-F238E27FC236}">
                <a16:creationId xmlns:a16="http://schemas.microsoft.com/office/drawing/2014/main" id="{FDFC148C-9CB4-4D87-A7D6-CD3103292240}"/>
              </a:ext>
            </a:extLst>
          </p:cNvPr>
          <p:cNvSpPr>
            <a:spLocks xmlns:a="http://schemas.openxmlformats.org/drawingml/2006/main" noGrp="1"/>
          </p:cNvSpPr>
          <p:nvPr/>
        </p:nvSpPr>
        <p:spPr>
          <a:xfrm xmlns:a="http://schemas.openxmlformats.org/drawingml/2006/main">
            <a:off x="6848475" y="2419350"/>
            <a:ext cx="47339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d6wvak">
            <a:extLst xmlns:a="http://schemas.openxmlformats.org/drawingml/2006/main">
              <a:ext uri="{FF2B5EF4-FFF2-40B4-BE49-F238E27FC236}">
                <a16:creationId xmlns:a16="http://schemas.microsoft.com/office/drawing/2014/main" id="{C505D00E-2F9F-4E5A-8827-607AD4AEBB2B}"/>
              </a:ext>
            </a:extLst>
          </p:cNvPr>
          <p:cNvSpPr>
            <a:spLocks xmlns:a="http://schemas.openxmlformats.org/drawingml/2006/main" noGrp="1"/>
          </p:cNvSpPr>
          <p:nvPr/>
        </p:nvSpPr>
        <p:spPr>
          <a:xfrm xmlns:a="http://schemas.openxmlformats.org/drawingml/2006/main">
            <a:off x="6924675" y="2447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至急ONで先頭に【至急】</a:t>
            </a:r>
          </a:p>
        </p:txBody>
      </p:sp>
      <p:sp>
        <p:nvSpPr>
          <p:cNvPr id="23" name="">
            <a:extLst xmlns:a="http://schemas.openxmlformats.org/drawingml/2006/main">
              <a:ext uri="{FF2B5EF4-FFF2-40B4-BE49-F238E27FC236}">
                <a16:creationId xmlns:a16="http://schemas.microsoft.com/office/drawing/2014/main" id="{BCA73AB6-71F6-4DC2-9A4E-1DBEF31E2F09}"/>
              </a:ext>
            </a:extLst>
          </p:cNvPr>
          <p:cNvSpPr>
            <a:spLocks xmlns:a="http://schemas.openxmlformats.org/drawingml/2006/main" noGrp="1"/>
          </p:cNvSpPr>
          <p:nvPr/>
        </p:nvSpPr>
        <p:spPr>
          <a:xfrm xmlns:a="http://schemas.openxmlformats.org/drawingml/2006/main">
            <a:off x="609600" y="2800350"/>
            <a:ext cx="25717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sobxzk">
            <a:extLst xmlns:a="http://schemas.openxmlformats.org/drawingml/2006/main">
              <a:ext uri="{FF2B5EF4-FFF2-40B4-BE49-F238E27FC236}">
                <a16:creationId xmlns:a16="http://schemas.microsoft.com/office/drawing/2014/main" id="{ADBDF671-3628-4A8D-8D20-92963511F4CB}"/>
              </a:ext>
            </a:extLst>
          </p:cNvPr>
          <p:cNvSpPr>
            <a:spLocks xmlns:a="http://schemas.openxmlformats.org/drawingml/2006/main" noGrp="1"/>
          </p:cNvSpPr>
          <p:nvPr/>
        </p:nvSpPr>
        <p:spPr>
          <a:xfrm xmlns:a="http://schemas.openxmlformats.org/drawingml/2006/main">
            <a:off x="685800" y="2828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担当者</a:t>
            </a:r>
          </a:p>
        </p:txBody>
      </p:sp>
      <p:sp>
        <p:nvSpPr>
          <p:cNvPr id="25" name="">
            <a:extLst xmlns:a="http://schemas.openxmlformats.org/drawingml/2006/main">
              <a:ext uri="{FF2B5EF4-FFF2-40B4-BE49-F238E27FC236}">
                <a16:creationId xmlns:a16="http://schemas.microsoft.com/office/drawing/2014/main" id="{2E7A6B43-702D-4652-B844-45EF12BAC698}"/>
              </a:ext>
            </a:extLst>
          </p:cNvPr>
          <p:cNvSpPr>
            <a:spLocks xmlns:a="http://schemas.openxmlformats.org/drawingml/2006/main" noGrp="1"/>
          </p:cNvSpPr>
          <p:nvPr/>
        </p:nvSpPr>
        <p:spPr>
          <a:xfrm xmlns:a="http://schemas.openxmlformats.org/drawingml/2006/main">
            <a:off x="3181350" y="2800350"/>
            <a:ext cx="36671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d4a1av">
            <a:extLst xmlns:a="http://schemas.openxmlformats.org/drawingml/2006/main">
              <a:ext uri="{FF2B5EF4-FFF2-40B4-BE49-F238E27FC236}">
                <a16:creationId xmlns:a16="http://schemas.microsoft.com/office/drawing/2014/main" id="{0047EA65-4F4D-4FB7-B020-66FEB5A83096}"/>
              </a:ext>
            </a:extLst>
          </p:cNvPr>
          <p:cNvSpPr>
            <a:spLocks xmlns:a="http://schemas.openxmlformats.org/drawingml/2006/main" noGrp="1"/>
          </p:cNvSpPr>
          <p:nvPr/>
        </p:nvSpPr>
        <p:spPr>
          <a:xfrm xmlns:a="http://schemas.openxmlformats.org/drawingml/2006/main">
            <a:off x="3257550" y="2828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担当者</a:t>
            </a:r>
          </a:p>
        </p:txBody>
      </p:sp>
      <p:sp>
        <p:nvSpPr>
          <p:cNvPr id="27" name="">
            <a:extLst xmlns:a="http://schemas.openxmlformats.org/drawingml/2006/main">
              <a:ext uri="{FF2B5EF4-FFF2-40B4-BE49-F238E27FC236}">
                <a16:creationId xmlns:a16="http://schemas.microsoft.com/office/drawing/2014/main" id="{2B0BCA12-6B53-4A6C-B51F-DBBE7AF98BE0}"/>
              </a:ext>
            </a:extLst>
          </p:cNvPr>
          <p:cNvSpPr>
            <a:spLocks xmlns:a="http://schemas.openxmlformats.org/drawingml/2006/main" noGrp="1"/>
          </p:cNvSpPr>
          <p:nvPr/>
        </p:nvSpPr>
        <p:spPr>
          <a:xfrm xmlns:a="http://schemas.openxmlformats.org/drawingml/2006/main">
            <a:off x="6848475" y="2800350"/>
            <a:ext cx="47339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kum1sk">
            <a:extLst xmlns:a="http://schemas.openxmlformats.org/drawingml/2006/main">
              <a:ext uri="{FF2B5EF4-FFF2-40B4-BE49-F238E27FC236}">
                <a16:creationId xmlns:a16="http://schemas.microsoft.com/office/drawing/2014/main" id="{CDEC3267-D32A-4347-A840-9B2D13F871F6}"/>
              </a:ext>
            </a:extLst>
          </p:cNvPr>
          <p:cNvSpPr>
            <a:spLocks xmlns:a="http://schemas.openxmlformats.org/drawingml/2006/main" noGrp="1"/>
          </p:cNvSpPr>
          <p:nvPr/>
        </p:nvSpPr>
        <p:spPr>
          <a:xfrm xmlns:a="http://schemas.openxmlformats.org/drawingml/2006/main">
            <a:off x="6924675" y="2828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実作業の責任者</a:t>
            </a:r>
          </a:p>
        </p:txBody>
      </p:sp>
      <p:sp>
        <p:nvSpPr>
          <p:cNvPr id="29" name="">
            <a:extLst xmlns:a="http://schemas.openxmlformats.org/drawingml/2006/main">
              <a:ext uri="{FF2B5EF4-FFF2-40B4-BE49-F238E27FC236}">
                <a16:creationId xmlns:a16="http://schemas.microsoft.com/office/drawing/2014/main" id="{DCBA2F7A-297D-42AE-A7A0-3422029AE51D}"/>
              </a:ext>
            </a:extLst>
          </p:cNvPr>
          <p:cNvSpPr>
            <a:spLocks xmlns:a="http://schemas.openxmlformats.org/drawingml/2006/main" noGrp="1"/>
          </p:cNvSpPr>
          <p:nvPr/>
        </p:nvSpPr>
        <p:spPr>
          <a:xfrm xmlns:a="http://schemas.openxmlformats.org/drawingml/2006/main">
            <a:off x="609600" y="3181350"/>
            <a:ext cx="2571750"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c28y9x">
            <a:extLst xmlns:a="http://schemas.openxmlformats.org/drawingml/2006/main">
              <a:ext uri="{FF2B5EF4-FFF2-40B4-BE49-F238E27FC236}">
                <a16:creationId xmlns:a16="http://schemas.microsoft.com/office/drawing/2014/main" id="{80956A7B-BA6B-4987-97D7-DB37DC74991E}"/>
              </a:ext>
            </a:extLst>
          </p:cNvPr>
          <p:cNvSpPr>
            <a:spLocks xmlns:a="http://schemas.openxmlformats.org/drawingml/2006/main" noGrp="1"/>
          </p:cNvSpPr>
          <p:nvPr/>
        </p:nvSpPr>
        <p:spPr>
          <a:xfrm xmlns:a="http://schemas.openxmlformats.org/drawingml/2006/main">
            <a:off x="685800" y="3209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通知先・チーム</a:t>
            </a:r>
          </a:p>
        </p:txBody>
      </p:sp>
      <p:sp>
        <p:nvSpPr>
          <p:cNvPr id="31" name="">
            <a:extLst xmlns:a="http://schemas.openxmlformats.org/drawingml/2006/main">
              <a:ext uri="{FF2B5EF4-FFF2-40B4-BE49-F238E27FC236}">
                <a16:creationId xmlns:a16="http://schemas.microsoft.com/office/drawing/2014/main" id="{4ACEFAEF-70CA-4CCB-B856-804E1CC773DD}"/>
              </a:ext>
            </a:extLst>
          </p:cNvPr>
          <p:cNvSpPr>
            <a:spLocks xmlns:a="http://schemas.openxmlformats.org/drawingml/2006/main" noGrp="1"/>
          </p:cNvSpPr>
          <p:nvPr/>
        </p:nvSpPr>
        <p:spPr>
          <a:xfrm xmlns:a="http://schemas.openxmlformats.org/drawingml/2006/main">
            <a:off x="3181350" y="3181350"/>
            <a:ext cx="36671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1ixzve">
            <a:extLst xmlns:a="http://schemas.openxmlformats.org/drawingml/2006/main">
              <a:ext uri="{FF2B5EF4-FFF2-40B4-BE49-F238E27FC236}">
                <a16:creationId xmlns:a16="http://schemas.microsoft.com/office/drawing/2014/main" id="{6C5F884F-347A-45E5-B47F-118BBFD401A4}"/>
              </a:ext>
            </a:extLst>
          </p:cNvPr>
          <p:cNvSpPr>
            <a:spLocks xmlns:a="http://schemas.openxmlformats.org/drawingml/2006/main" noGrp="1"/>
          </p:cNvSpPr>
          <p:nvPr/>
        </p:nvSpPr>
        <p:spPr>
          <a:xfrm xmlns:a="http://schemas.openxmlformats.org/drawingml/2006/main">
            <a:off x="3257550" y="3209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通知／メンション</a:t>
            </a:r>
          </a:p>
        </p:txBody>
      </p:sp>
      <p:sp>
        <p:nvSpPr>
          <p:cNvPr id="33" name="">
            <a:extLst xmlns:a="http://schemas.openxmlformats.org/drawingml/2006/main">
              <a:ext uri="{FF2B5EF4-FFF2-40B4-BE49-F238E27FC236}">
                <a16:creationId xmlns:a16="http://schemas.microsoft.com/office/drawing/2014/main" id="{E312163F-FD6B-48F7-BD6E-0E46186D8A24}"/>
              </a:ext>
            </a:extLst>
          </p:cNvPr>
          <p:cNvSpPr>
            <a:spLocks xmlns:a="http://schemas.openxmlformats.org/drawingml/2006/main" noGrp="1"/>
          </p:cNvSpPr>
          <p:nvPr/>
        </p:nvSpPr>
        <p:spPr>
          <a:xfrm xmlns:a="http://schemas.openxmlformats.org/drawingml/2006/main">
            <a:off x="6848475" y="3181350"/>
            <a:ext cx="47339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5zi33i">
            <a:extLst xmlns:a="http://schemas.openxmlformats.org/drawingml/2006/main">
              <a:ext uri="{FF2B5EF4-FFF2-40B4-BE49-F238E27FC236}">
                <a16:creationId xmlns:a16="http://schemas.microsoft.com/office/drawing/2014/main" id="{8B9B7ADB-6257-4559-8CF6-DF369593B933}"/>
              </a:ext>
            </a:extLst>
          </p:cNvPr>
          <p:cNvSpPr>
            <a:spLocks xmlns:a="http://schemas.openxmlformats.org/drawingml/2006/main" noGrp="1"/>
          </p:cNvSpPr>
          <p:nvPr/>
        </p:nvSpPr>
        <p:spPr>
          <a:xfrm xmlns:a="http://schemas.openxmlformats.org/drawingml/2006/main">
            <a:off x="6924675" y="3209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複数人へ周知</a:t>
            </a:r>
          </a:p>
        </p:txBody>
      </p:sp>
      <p:sp>
        <p:nvSpPr>
          <p:cNvPr id="35" name="">
            <a:extLst xmlns:a="http://schemas.openxmlformats.org/drawingml/2006/main">
              <a:ext uri="{FF2B5EF4-FFF2-40B4-BE49-F238E27FC236}">
                <a16:creationId xmlns:a16="http://schemas.microsoft.com/office/drawing/2014/main" id="{1CA2E308-E0EB-476F-A446-17127F74943D}"/>
              </a:ext>
            </a:extLst>
          </p:cNvPr>
          <p:cNvSpPr>
            <a:spLocks xmlns:a="http://schemas.openxmlformats.org/drawingml/2006/main" noGrp="1"/>
          </p:cNvSpPr>
          <p:nvPr/>
        </p:nvSpPr>
        <p:spPr>
          <a:xfrm xmlns:a="http://schemas.openxmlformats.org/drawingml/2006/main">
            <a:off x="609600" y="3562350"/>
            <a:ext cx="25717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0e5cia">
            <a:extLst xmlns:a="http://schemas.openxmlformats.org/drawingml/2006/main">
              <a:ext uri="{FF2B5EF4-FFF2-40B4-BE49-F238E27FC236}">
                <a16:creationId xmlns:a16="http://schemas.microsoft.com/office/drawing/2014/main" id="{B48D2A94-0751-4B94-B958-A9CB44513C22}"/>
              </a:ext>
            </a:extLst>
          </p:cNvPr>
          <p:cNvSpPr>
            <a:spLocks xmlns:a="http://schemas.openxmlformats.org/drawingml/2006/main" noGrp="1"/>
          </p:cNvSpPr>
          <p:nvPr/>
        </p:nvSpPr>
        <p:spPr>
          <a:xfrm xmlns:a="http://schemas.openxmlformats.org/drawingml/2006/main">
            <a:off x="685800" y="3590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対応内容・備考</a:t>
            </a:r>
          </a:p>
        </p:txBody>
      </p:sp>
      <p:sp>
        <p:nvSpPr>
          <p:cNvPr id="37" name="">
            <a:extLst xmlns:a="http://schemas.openxmlformats.org/drawingml/2006/main">
              <a:ext uri="{FF2B5EF4-FFF2-40B4-BE49-F238E27FC236}">
                <a16:creationId xmlns:a16="http://schemas.microsoft.com/office/drawing/2014/main" id="{C7BFBCC1-C3F1-4B37-874E-B66FC8F79C56}"/>
              </a:ext>
            </a:extLst>
          </p:cNvPr>
          <p:cNvSpPr>
            <a:spLocks xmlns:a="http://schemas.openxmlformats.org/drawingml/2006/main" noGrp="1"/>
          </p:cNvSpPr>
          <p:nvPr/>
        </p:nvSpPr>
        <p:spPr>
          <a:xfrm xmlns:a="http://schemas.openxmlformats.org/drawingml/2006/main">
            <a:off x="3181350" y="3562350"/>
            <a:ext cx="36671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3kn4of">
            <a:extLst xmlns:a="http://schemas.openxmlformats.org/drawingml/2006/main">
              <a:ext uri="{FF2B5EF4-FFF2-40B4-BE49-F238E27FC236}">
                <a16:creationId xmlns:a16="http://schemas.microsoft.com/office/drawing/2014/main" id="{92F541EE-3E85-46B1-A35E-E58993B09A79}"/>
              </a:ext>
            </a:extLst>
          </p:cNvPr>
          <p:cNvSpPr>
            <a:spLocks xmlns:a="http://schemas.openxmlformats.org/drawingml/2006/main" noGrp="1"/>
          </p:cNvSpPr>
          <p:nvPr/>
        </p:nvSpPr>
        <p:spPr>
          <a:xfrm xmlns:a="http://schemas.openxmlformats.org/drawingml/2006/main">
            <a:off x="3257550" y="3590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課題詳細の上段</a:t>
            </a:r>
          </a:p>
        </p:txBody>
      </p:sp>
      <p:sp>
        <p:nvSpPr>
          <p:cNvPr id="39" name="">
            <a:extLst xmlns:a="http://schemas.openxmlformats.org/drawingml/2006/main">
              <a:ext uri="{FF2B5EF4-FFF2-40B4-BE49-F238E27FC236}">
                <a16:creationId xmlns:a16="http://schemas.microsoft.com/office/drawing/2014/main" id="{65A87D90-5067-41CF-B796-D5CC08C9FE7D}"/>
              </a:ext>
            </a:extLst>
          </p:cNvPr>
          <p:cNvSpPr>
            <a:spLocks xmlns:a="http://schemas.openxmlformats.org/drawingml/2006/main" noGrp="1"/>
          </p:cNvSpPr>
          <p:nvPr/>
        </p:nvSpPr>
        <p:spPr>
          <a:xfrm xmlns:a="http://schemas.openxmlformats.org/drawingml/2006/main">
            <a:off x="6848475" y="3562350"/>
            <a:ext cx="47339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zhxck8">
            <a:extLst xmlns:a="http://schemas.openxmlformats.org/drawingml/2006/main">
              <a:ext uri="{FF2B5EF4-FFF2-40B4-BE49-F238E27FC236}">
                <a16:creationId xmlns:a16="http://schemas.microsoft.com/office/drawing/2014/main" id="{AA87F9E3-15F1-4CEE-82E3-43E596B50AF0}"/>
              </a:ext>
            </a:extLst>
          </p:cNvPr>
          <p:cNvSpPr>
            <a:spLocks xmlns:a="http://schemas.openxmlformats.org/drawingml/2006/main" noGrp="1"/>
          </p:cNvSpPr>
          <p:nvPr/>
        </p:nvSpPr>
        <p:spPr>
          <a:xfrm xmlns:a="http://schemas.openxmlformats.org/drawingml/2006/main">
            <a:off x="6924675" y="3590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作業者への補足</a:t>
            </a:r>
          </a:p>
        </p:txBody>
      </p:sp>
      <p:sp>
        <p:nvSpPr>
          <p:cNvPr id="41" name="">
            <a:extLst xmlns:a="http://schemas.openxmlformats.org/drawingml/2006/main">
              <a:ext uri="{FF2B5EF4-FFF2-40B4-BE49-F238E27FC236}">
                <a16:creationId xmlns:a16="http://schemas.microsoft.com/office/drawing/2014/main" id="{2BC69601-88D0-47E0-8F31-1EF99BF8ED9D}"/>
              </a:ext>
            </a:extLst>
          </p:cNvPr>
          <p:cNvSpPr>
            <a:spLocks xmlns:a="http://schemas.openxmlformats.org/drawingml/2006/main" noGrp="1"/>
          </p:cNvSpPr>
          <p:nvPr/>
        </p:nvSpPr>
        <p:spPr>
          <a:xfrm xmlns:a="http://schemas.openxmlformats.org/drawingml/2006/main">
            <a:off x="609600" y="3943350"/>
            <a:ext cx="2571750"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yuccq1">
            <a:extLst xmlns:a="http://schemas.openxmlformats.org/drawingml/2006/main">
              <a:ext uri="{FF2B5EF4-FFF2-40B4-BE49-F238E27FC236}">
                <a16:creationId xmlns:a16="http://schemas.microsoft.com/office/drawing/2014/main" id="{4B7D5088-DF44-49D0-952C-3B60EA5384C2}"/>
              </a:ext>
            </a:extLst>
          </p:cNvPr>
          <p:cNvSpPr>
            <a:spLocks xmlns:a="http://schemas.openxmlformats.org/drawingml/2006/main" noGrp="1"/>
          </p:cNvSpPr>
          <p:nvPr/>
        </p:nvSpPr>
        <p:spPr>
          <a:xfrm xmlns:a="http://schemas.openxmlformats.org/drawingml/2006/main">
            <a:off x="685800" y="3971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商品ごとの変更</a:t>
            </a:r>
          </a:p>
        </p:txBody>
      </p:sp>
      <p:sp>
        <p:nvSpPr>
          <p:cNvPr id="43" name="">
            <a:extLst xmlns:a="http://schemas.openxmlformats.org/drawingml/2006/main">
              <a:ext uri="{FF2B5EF4-FFF2-40B4-BE49-F238E27FC236}">
                <a16:creationId xmlns:a16="http://schemas.microsoft.com/office/drawing/2014/main" id="{FBF2BD39-70CD-4095-A556-51C94CA3B5BA}"/>
              </a:ext>
            </a:extLst>
          </p:cNvPr>
          <p:cNvSpPr>
            <a:spLocks xmlns:a="http://schemas.openxmlformats.org/drawingml/2006/main" noGrp="1"/>
          </p:cNvSpPr>
          <p:nvPr/>
        </p:nvSpPr>
        <p:spPr>
          <a:xfrm xmlns:a="http://schemas.openxmlformats.org/drawingml/2006/main">
            <a:off x="3181350" y="3943350"/>
            <a:ext cx="36671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s5ythx">
            <a:extLst xmlns:a="http://schemas.openxmlformats.org/drawingml/2006/main">
              <a:ext uri="{FF2B5EF4-FFF2-40B4-BE49-F238E27FC236}">
                <a16:creationId xmlns:a16="http://schemas.microsoft.com/office/drawing/2014/main" id="{74BBE5CC-B57B-41F6-BB2F-5CDCC679F192}"/>
              </a:ext>
            </a:extLst>
          </p:cNvPr>
          <p:cNvSpPr>
            <a:spLocks xmlns:a="http://schemas.openxmlformats.org/drawingml/2006/main" noGrp="1"/>
          </p:cNvSpPr>
          <p:nvPr/>
        </p:nvSpPr>
        <p:spPr>
          <a:xfrm xmlns:a="http://schemas.openxmlformats.org/drawingml/2006/main">
            <a:off x="3257550" y="3971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比較表</a:t>
            </a:r>
          </a:p>
        </p:txBody>
      </p:sp>
      <p:sp>
        <p:nvSpPr>
          <p:cNvPr id="45" name="">
            <a:extLst xmlns:a="http://schemas.openxmlformats.org/drawingml/2006/main">
              <a:ext uri="{FF2B5EF4-FFF2-40B4-BE49-F238E27FC236}">
                <a16:creationId xmlns:a16="http://schemas.microsoft.com/office/drawing/2014/main" id="{CB1A7272-18DC-4748-8DB2-19BC2CA4C151}"/>
              </a:ext>
            </a:extLst>
          </p:cNvPr>
          <p:cNvSpPr>
            <a:spLocks xmlns:a="http://schemas.openxmlformats.org/drawingml/2006/main" noGrp="1"/>
          </p:cNvSpPr>
          <p:nvPr/>
        </p:nvSpPr>
        <p:spPr>
          <a:xfrm xmlns:a="http://schemas.openxmlformats.org/drawingml/2006/main">
            <a:off x="6848475" y="3943350"/>
            <a:ext cx="47339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n6bcv3">
            <a:extLst xmlns:a="http://schemas.openxmlformats.org/drawingml/2006/main">
              <a:ext uri="{FF2B5EF4-FFF2-40B4-BE49-F238E27FC236}">
                <a16:creationId xmlns:a16="http://schemas.microsoft.com/office/drawing/2014/main" id="{2893713F-8BB2-43CF-8370-BA185E83F883}"/>
              </a:ext>
            </a:extLst>
          </p:cNvPr>
          <p:cNvSpPr>
            <a:spLocks xmlns:a="http://schemas.openxmlformats.org/drawingml/2006/main" noGrp="1"/>
          </p:cNvSpPr>
          <p:nvPr/>
        </p:nvSpPr>
        <p:spPr>
          <a:xfrm xmlns:a="http://schemas.openxmlformats.org/drawingml/2006/main">
            <a:off x="6924675" y="3971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品番・商品名＋変更項目</a:t>
            </a:r>
          </a:p>
        </p:txBody>
      </p:sp>
      <p:sp>
        <p:nvSpPr>
          <p:cNvPr id="47" name="">
            <a:extLst xmlns:a="http://schemas.openxmlformats.org/drawingml/2006/main">
              <a:ext uri="{FF2B5EF4-FFF2-40B4-BE49-F238E27FC236}">
                <a16:creationId xmlns:a16="http://schemas.microsoft.com/office/drawing/2014/main" id="{6E7EC2BE-17FD-4BD2-BCC2-C968B5CC3E22}"/>
              </a:ext>
            </a:extLst>
          </p:cNvPr>
          <p:cNvSpPr>
            <a:spLocks xmlns:a="http://schemas.openxmlformats.org/drawingml/2006/main" noGrp="1"/>
          </p:cNvSpPr>
          <p:nvPr/>
        </p:nvSpPr>
        <p:spPr>
          <a:xfrm xmlns:a="http://schemas.openxmlformats.org/drawingml/2006/main">
            <a:off x="609600" y="4324350"/>
            <a:ext cx="25717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cd02x2">
            <a:extLst xmlns:a="http://schemas.openxmlformats.org/drawingml/2006/main">
              <a:ext uri="{FF2B5EF4-FFF2-40B4-BE49-F238E27FC236}">
                <a16:creationId xmlns:a16="http://schemas.microsoft.com/office/drawing/2014/main" id="{0CEE7EDB-6B26-4D06-82A0-EE8574B6EA61}"/>
              </a:ext>
            </a:extLst>
          </p:cNvPr>
          <p:cNvSpPr>
            <a:spLocks xmlns:a="http://schemas.openxmlformats.org/drawingml/2006/main" noGrp="1"/>
          </p:cNvSpPr>
          <p:nvPr/>
        </p:nvSpPr>
        <p:spPr>
          <a:xfrm xmlns:a="http://schemas.openxmlformats.org/drawingml/2006/main">
            <a:off x="685800" y="4352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BOX URL</a:t>
            </a:r>
          </a:p>
        </p:txBody>
      </p:sp>
      <p:sp>
        <p:nvSpPr>
          <p:cNvPr id="49" name="">
            <a:extLst xmlns:a="http://schemas.openxmlformats.org/drawingml/2006/main">
              <a:ext uri="{FF2B5EF4-FFF2-40B4-BE49-F238E27FC236}">
                <a16:creationId xmlns:a16="http://schemas.microsoft.com/office/drawing/2014/main" id="{A1F3C09C-69AA-4924-BD31-E5C678E150AE}"/>
              </a:ext>
            </a:extLst>
          </p:cNvPr>
          <p:cNvSpPr>
            <a:spLocks xmlns:a="http://schemas.openxmlformats.org/drawingml/2006/main" noGrp="1"/>
          </p:cNvSpPr>
          <p:nvPr/>
        </p:nvSpPr>
        <p:spPr>
          <a:xfrm xmlns:a="http://schemas.openxmlformats.org/drawingml/2006/main">
            <a:off x="3181350" y="4324350"/>
            <a:ext cx="36671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7lob6y">
            <a:extLst xmlns:a="http://schemas.openxmlformats.org/drawingml/2006/main">
              <a:ext uri="{FF2B5EF4-FFF2-40B4-BE49-F238E27FC236}">
                <a16:creationId xmlns:a16="http://schemas.microsoft.com/office/drawing/2014/main" id="{2860BF98-04F2-4B0C-8222-D65554A55890}"/>
              </a:ext>
            </a:extLst>
          </p:cNvPr>
          <p:cNvSpPr>
            <a:spLocks xmlns:a="http://schemas.openxmlformats.org/drawingml/2006/main" noGrp="1"/>
          </p:cNvSpPr>
          <p:nvPr/>
        </p:nvSpPr>
        <p:spPr>
          <a:xfrm xmlns:a="http://schemas.openxmlformats.org/drawingml/2006/main">
            <a:off x="3257550" y="4352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課題詳細の最下段</a:t>
            </a:r>
          </a:p>
        </p:txBody>
      </p:sp>
      <p:sp>
        <p:nvSpPr>
          <p:cNvPr id="51" name="">
            <a:extLst xmlns:a="http://schemas.openxmlformats.org/drawingml/2006/main">
              <a:ext uri="{FF2B5EF4-FFF2-40B4-BE49-F238E27FC236}">
                <a16:creationId xmlns:a16="http://schemas.microsoft.com/office/drawing/2014/main" id="{7A2765B2-A9ED-41C5-9EF9-685AECC9A46F}"/>
              </a:ext>
            </a:extLst>
          </p:cNvPr>
          <p:cNvSpPr>
            <a:spLocks xmlns:a="http://schemas.openxmlformats.org/drawingml/2006/main" noGrp="1"/>
          </p:cNvSpPr>
          <p:nvPr/>
        </p:nvSpPr>
        <p:spPr>
          <a:xfrm xmlns:a="http://schemas.openxmlformats.org/drawingml/2006/main">
            <a:off x="6848475" y="4324350"/>
            <a:ext cx="47339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c1pvf4">
            <a:extLst xmlns:a="http://schemas.openxmlformats.org/drawingml/2006/main">
              <a:ext uri="{FF2B5EF4-FFF2-40B4-BE49-F238E27FC236}">
                <a16:creationId xmlns:a16="http://schemas.microsoft.com/office/drawing/2014/main" id="{1D9863D3-D6CA-421C-9AA4-FC3139015704}"/>
              </a:ext>
            </a:extLst>
          </p:cNvPr>
          <p:cNvSpPr>
            <a:spLocks xmlns:a="http://schemas.openxmlformats.org/drawingml/2006/main" noGrp="1"/>
          </p:cNvSpPr>
          <p:nvPr/>
        </p:nvSpPr>
        <p:spPr>
          <a:xfrm xmlns:a="http://schemas.openxmlformats.org/drawingml/2006/main">
            <a:off x="6924675" y="4352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画像・調書の保管先</a:t>
            </a:r>
          </a:p>
        </p:txBody>
      </p:sp>
      <p:sp>
        <p:nvSpPr>
          <p:cNvPr id="53" name="">
            <a:extLst xmlns:a="http://schemas.openxmlformats.org/drawingml/2006/main">
              <a:ext uri="{FF2B5EF4-FFF2-40B4-BE49-F238E27FC236}">
                <a16:creationId xmlns:a16="http://schemas.microsoft.com/office/drawing/2014/main" id="{BB7A1BB7-BB03-4481-90AE-C25945DB0519}"/>
              </a:ext>
            </a:extLst>
          </p:cNvPr>
          <p:cNvSpPr>
            <a:spLocks xmlns:a="http://schemas.openxmlformats.org/drawingml/2006/main" noGrp="1"/>
          </p:cNvSpPr>
          <p:nvPr/>
        </p:nvSpPr>
        <p:spPr>
          <a:xfrm xmlns:a="http://schemas.openxmlformats.org/drawingml/2006/main">
            <a:off x="609600" y="4705350"/>
            <a:ext cx="2571750"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4" name="text-9di3d2">
            <a:extLst xmlns:a="http://schemas.openxmlformats.org/drawingml/2006/main">
              <a:ext uri="{FF2B5EF4-FFF2-40B4-BE49-F238E27FC236}">
                <a16:creationId xmlns:a16="http://schemas.microsoft.com/office/drawing/2014/main" id="{E2400B24-2DA8-49EB-940A-BEB3CA72C569}"/>
              </a:ext>
            </a:extLst>
          </p:cNvPr>
          <p:cNvSpPr>
            <a:spLocks xmlns:a="http://schemas.openxmlformats.org/drawingml/2006/main" noGrp="1"/>
          </p:cNvSpPr>
          <p:nvPr/>
        </p:nvSpPr>
        <p:spPr>
          <a:xfrm xmlns:a="http://schemas.openxmlformats.org/drawingml/2006/main">
            <a:off x="685800" y="4733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添付ファイル</a:t>
            </a:r>
          </a:p>
        </p:txBody>
      </p:sp>
      <p:sp>
        <p:nvSpPr>
          <p:cNvPr id="55" name="">
            <a:extLst xmlns:a="http://schemas.openxmlformats.org/drawingml/2006/main">
              <a:ext uri="{FF2B5EF4-FFF2-40B4-BE49-F238E27FC236}">
                <a16:creationId xmlns:a16="http://schemas.microsoft.com/office/drawing/2014/main" id="{6EA11577-B379-4FCA-A5C5-4587D03DC573}"/>
              </a:ext>
            </a:extLst>
          </p:cNvPr>
          <p:cNvSpPr>
            <a:spLocks xmlns:a="http://schemas.openxmlformats.org/drawingml/2006/main" noGrp="1"/>
          </p:cNvSpPr>
          <p:nvPr/>
        </p:nvSpPr>
        <p:spPr>
          <a:xfrm xmlns:a="http://schemas.openxmlformats.org/drawingml/2006/main">
            <a:off x="3181350" y="4705350"/>
            <a:ext cx="36671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6" name="text-mwtgsw">
            <a:extLst xmlns:a="http://schemas.openxmlformats.org/drawingml/2006/main">
              <a:ext uri="{FF2B5EF4-FFF2-40B4-BE49-F238E27FC236}">
                <a16:creationId xmlns:a16="http://schemas.microsoft.com/office/drawing/2014/main" id="{1D0D1A34-8031-437C-97F5-B9CDBADBE749}"/>
              </a:ext>
            </a:extLst>
          </p:cNvPr>
          <p:cNvSpPr>
            <a:spLocks xmlns:a="http://schemas.openxmlformats.org/drawingml/2006/main" noGrp="1"/>
          </p:cNvSpPr>
          <p:nvPr/>
        </p:nvSpPr>
        <p:spPr>
          <a:xfrm xmlns:a="http://schemas.openxmlformats.org/drawingml/2006/main">
            <a:off x="3257550" y="4733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親課題の添付</a:t>
            </a:r>
          </a:p>
        </p:txBody>
      </p:sp>
      <p:sp>
        <p:nvSpPr>
          <p:cNvPr id="57" name="">
            <a:extLst xmlns:a="http://schemas.openxmlformats.org/drawingml/2006/main">
              <a:ext uri="{FF2B5EF4-FFF2-40B4-BE49-F238E27FC236}">
                <a16:creationId xmlns:a16="http://schemas.microsoft.com/office/drawing/2014/main" id="{369F5FD2-E79A-4BD0-9A4F-D043E7D7775B}"/>
              </a:ext>
            </a:extLst>
          </p:cNvPr>
          <p:cNvSpPr>
            <a:spLocks xmlns:a="http://schemas.openxmlformats.org/drawingml/2006/main" noGrp="1"/>
          </p:cNvSpPr>
          <p:nvPr/>
        </p:nvSpPr>
        <p:spPr>
          <a:xfrm xmlns:a="http://schemas.openxmlformats.org/drawingml/2006/main">
            <a:off x="6848475" y="4705350"/>
            <a:ext cx="47339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8" name="text-1x9ifj">
            <a:extLst xmlns:a="http://schemas.openxmlformats.org/drawingml/2006/main">
              <a:ext uri="{FF2B5EF4-FFF2-40B4-BE49-F238E27FC236}">
                <a16:creationId xmlns:a16="http://schemas.microsoft.com/office/drawing/2014/main" id="{756EC40E-76A6-4EEE-9356-9F5D095B3A2F}"/>
              </a:ext>
            </a:extLst>
          </p:cNvPr>
          <p:cNvSpPr>
            <a:spLocks xmlns:a="http://schemas.openxmlformats.org/drawingml/2006/main" noGrp="1"/>
          </p:cNvSpPr>
          <p:nvPr/>
        </p:nvSpPr>
        <p:spPr>
          <a:xfrm xmlns:a="http://schemas.openxmlformats.org/drawingml/2006/main">
            <a:off x="6924675" y="4733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Excel・画像・資料</a:t>
            </a:r>
          </a:p>
        </p:txBody>
      </p:sp>
      <p:sp>
        <p:nvSpPr>
          <p:cNvPr id="59" name="">
            <a:extLst xmlns:a="http://schemas.openxmlformats.org/drawingml/2006/main">
              <a:ext uri="{FF2B5EF4-FFF2-40B4-BE49-F238E27FC236}">
                <a16:creationId xmlns:a16="http://schemas.microsoft.com/office/drawing/2014/main" id="{CB53D820-0CB7-4662-88A0-03DF89A90EB3}"/>
              </a:ext>
            </a:extLst>
          </p:cNvPr>
          <p:cNvSpPr>
            <a:spLocks xmlns:a="http://schemas.openxmlformats.org/drawingml/2006/main" noGrp="1"/>
          </p:cNvSpPr>
          <p:nvPr/>
        </p:nvSpPr>
        <p:spPr>
          <a:xfrm xmlns:a="http://schemas.openxmlformats.org/drawingml/2006/main">
            <a:off x="609600" y="5086350"/>
            <a:ext cx="25717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0" name="text-utwego">
            <a:extLst xmlns:a="http://schemas.openxmlformats.org/drawingml/2006/main">
              <a:ext uri="{FF2B5EF4-FFF2-40B4-BE49-F238E27FC236}">
                <a16:creationId xmlns:a16="http://schemas.microsoft.com/office/drawing/2014/main" id="{C5A95C71-57CC-4911-B4C5-0922B72C2614}"/>
              </a:ext>
            </a:extLst>
          </p:cNvPr>
          <p:cNvSpPr>
            <a:spLocks xmlns:a="http://schemas.openxmlformats.org/drawingml/2006/main" noGrp="1"/>
          </p:cNvSpPr>
          <p:nvPr/>
        </p:nvSpPr>
        <p:spPr>
          <a:xfrm xmlns:a="http://schemas.openxmlformats.org/drawingml/2006/main">
            <a:off x="685800" y="5114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優先度・期限日</a:t>
            </a:r>
          </a:p>
        </p:txBody>
      </p:sp>
      <p:sp>
        <p:nvSpPr>
          <p:cNvPr id="61" name="">
            <a:extLst xmlns:a="http://schemas.openxmlformats.org/drawingml/2006/main">
              <a:ext uri="{FF2B5EF4-FFF2-40B4-BE49-F238E27FC236}">
                <a16:creationId xmlns:a16="http://schemas.microsoft.com/office/drawing/2014/main" id="{35DC275E-D9A3-4A63-B32F-4298551271EC}"/>
              </a:ext>
            </a:extLst>
          </p:cNvPr>
          <p:cNvSpPr>
            <a:spLocks xmlns:a="http://schemas.openxmlformats.org/drawingml/2006/main" noGrp="1"/>
          </p:cNvSpPr>
          <p:nvPr/>
        </p:nvSpPr>
        <p:spPr>
          <a:xfrm xmlns:a="http://schemas.openxmlformats.org/drawingml/2006/main">
            <a:off x="3181350" y="5086350"/>
            <a:ext cx="36671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2" name="text-yy6lra">
            <a:extLst xmlns:a="http://schemas.openxmlformats.org/drawingml/2006/main">
              <a:ext uri="{FF2B5EF4-FFF2-40B4-BE49-F238E27FC236}">
                <a16:creationId xmlns:a16="http://schemas.microsoft.com/office/drawing/2014/main" id="{849AB7FB-CF69-4BC1-BD65-2BDC3A248CD8}"/>
              </a:ext>
            </a:extLst>
          </p:cNvPr>
          <p:cNvSpPr>
            <a:spLocks xmlns:a="http://schemas.openxmlformats.org/drawingml/2006/main" noGrp="1"/>
          </p:cNvSpPr>
          <p:nvPr/>
        </p:nvSpPr>
        <p:spPr>
          <a:xfrm xmlns:a="http://schemas.openxmlformats.org/drawingml/2006/main">
            <a:off x="3257550" y="5114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Backlog基本項目</a:t>
            </a:r>
          </a:p>
        </p:txBody>
      </p:sp>
      <p:sp>
        <p:nvSpPr>
          <p:cNvPr id="63" name="">
            <a:extLst xmlns:a="http://schemas.openxmlformats.org/drawingml/2006/main">
              <a:ext uri="{FF2B5EF4-FFF2-40B4-BE49-F238E27FC236}">
                <a16:creationId xmlns:a16="http://schemas.microsoft.com/office/drawing/2014/main" id="{7AFDAEF8-6A6F-4AD0-99F8-F13ED18D6E85}"/>
              </a:ext>
            </a:extLst>
          </p:cNvPr>
          <p:cNvSpPr>
            <a:spLocks xmlns:a="http://schemas.openxmlformats.org/drawingml/2006/main" noGrp="1"/>
          </p:cNvSpPr>
          <p:nvPr/>
        </p:nvSpPr>
        <p:spPr>
          <a:xfrm xmlns:a="http://schemas.openxmlformats.org/drawingml/2006/main">
            <a:off x="6848475" y="5086350"/>
            <a:ext cx="4733925"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4" name="text-ns96x5">
            <a:extLst xmlns:a="http://schemas.openxmlformats.org/drawingml/2006/main">
              <a:ext uri="{FF2B5EF4-FFF2-40B4-BE49-F238E27FC236}">
                <a16:creationId xmlns:a16="http://schemas.microsoft.com/office/drawing/2014/main" id="{70B87FE7-E723-4C64-9D04-C890053C398F}"/>
              </a:ext>
            </a:extLst>
          </p:cNvPr>
          <p:cNvSpPr>
            <a:spLocks xmlns:a="http://schemas.openxmlformats.org/drawingml/2006/main" noGrp="1"/>
          </p:cNvSpPr>
          <p:nvPr/>
        </p:nvSpPr>
        <p:spPr>
          <a:xfrm xmlns:a="http://schemas.openxmlformats.org/drawingml/2006/main">
            <a:off x="6924675" y="5114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期限日は自動設定</a:t>
            </a:r>
          </a:p>
        </p:txBody>
      </p:sp>
      <p:sp>
        <p:nvSpPr>
          <p:cNvPr id="65" name="">
            <a:extLst xmlns:a="http://schemas.openxmlformats.org/drawingml/2006/main">
              <a:ext uri="{FF2B5EF4-FFF2-40B4-BE49-F238E27FC236}">
                <a16:creationId xmlns:a16="http://schemas.microsoft.com/office/drawing/2014/main" id="{85C6AB02-8E65-4F6E-BA51-9575460AF354}"/>
              </a:ext>
            </a:extLst>
          </p:cNvPr>
          <p:cNvSpPr>
            <a:spLocks xmlns:a="http://schemas.openxmlformats.org/drawingml/2006/main" noGrp="1"/>
          </p:cNvSpPr>
          <p:nvPr/>
        </p:nvSpPr>
        <p:spPr>
          <a:xfrm xmlns:a="http://schemas.openxmlformats.org/drawingml/2006/main">
            <a:off x="609600" y="5467350"/>
            <a:ext cx="2571750"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6" name="text-2lcp3x">
            <a:extLst xmlns:a="http://schemas.openxmlformats.org/drawingml/2006/main">
              <a:ext uri="{FF2B5EF4-FFF2-40B4-BE49-F238E27FC236}">
                <a16:creationId xmlns:a16="http://schemas.microsoft.com/office/drawing/2014/main" id="{50F93EB1-85A5-4B23-89C3-22C33EAE7C09}"/>
              </a:ext>
            </a:extLst>
          </p:cNvPr>
          <p:cNvSpPr>
            <a:spLocks xmlns:a="http://schemas.openxmlformats.org/drawingml/2006/main" noGrp="1"/>
          </p:cNvSpPr>
          <p:nvPr/>
        </p:nvSpPr>
        <p:spPr>
          <a:xfrm xmlns:a="http://schemas.openxmlformats.org/drawingml/2006/main">
            <a:off x="685800" y="5495925"/>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自治体別項目</a:t>
            </a:r>
          </a:p>
        </p:txBody>
      </p:sp>
      <p:sp>
        <p:nvSpPr>
          <p:cNvPr id="67" name="">
            <a:extLst xmlns:a="http://schemas.openxmlformats.org/drawingml/2006/main">
              <a:ext uri="{FF2B5EF4-FFF2-40B4-BE49-F238E27FC236}">
                <a16:creationId xmlns:a16="http://schemas.microsoft.com/office/drawing/2014/main" id="{B32E0AA1-9147-4DF6-ABA9-E02E3A19B040}"/>
              </a:ext>
            </a:extLst>
          </p:cNvPr>
          <p:cNvSpPr>
            <a:spLocks xmlns:a="http://schemas.openxmlformats.org/drawingml/2006/main" noGrp="1"/>
          </p:cNvSpPr>
          <p:nvPr/>
        </p:nvSpPr>
        <p:spPr>
          <a:xfrm xmlns:a="http://schemas.openxmlformats.org/drawingml/2006/main">
            <a:off x="3181350" y="5467350"/>
            <a:ext cx="36671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68" name="text-j9o3e8">
            <a:extLst xmlns:a="http://schemas.openxmlformats.org/drawingml/2006/main">
              <a:ext uri="{FF2B5EF4-FFF2-40B4-BE49-F238E27FC236}">
                <a16:creationId xmlns:a16="http://schemas.microsoft.com/office/drawing/2014/main" id="{DD2EB723-05F9-4FA0-B69F-F057F46BA3D1}"/>
              </a:ext>
            </a:extLst>
          </p:cNvPr>
          <p:cNvSpPr>
            <a:spLocks xmlns:a="http://schemas.openxmlformats.org/drawingml/2006/main" noGrp="1"/>
          </p:cNvSpPr>
          <p:nvPr/>
        </p:nvSpPr>
        <p:spPr>
          <a:xfrm xmlns:a="http://schemas.openxmlformats.org/drawingml/2006/main">
            <a:off x="3257550" y="5495925"/>
            <a:ext cx="35147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カスタム属性</a:t>
            </a:r>
          </a:p>
        </p:txBody>
      </p:sp>
      <p:sp>
        <p:nvSpPr>
          <p:cNvPr id="69" name="">
            <a:extLst xmlns:a="http://schemas.openxmlformats.org/drawingml/2006/main">
              <a:ext uri="{FF2B5EF4-FFF2-40B4-BE49-F238E27FC236}">
                <a16:creationId xmlns:a16="http://schemas.microsoft.com/office/drawing/2014/main" id="{464A17B8-2787-4275-A446-762EA470C397}"/>
              </a:ext>
            </a:extLst>
          </p:cNvPr>
          <p:cNvSpPr>
            <a:spLocks xmlns:a="http://schemas.openxmlformats.org/drawingml/2006/main" noGrp="1"/>
          </p:cNvSpPr>
          <p:nvPr/>
        </p:nvSpPr>
        <p:spPr>
          <a:xfrm xmlns:a="http://schemas.openxmlformats.org/drawingml/2006/main">
            <a:off x="6848475" y="5467350"/>
            <a:ext cx="4733925" cy="381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70" name="text-iw5u19">
            <a:extLst xmlns:a="http://schemas.openxmlformats.org/drawingml/2006/main">
              <a:ext uri="{FF2B5EF4-FFF2-40B4-BE49-F238E27FC236}">
                <a16:creationId xmlns:a16="http://schemas.microsoft.com/office/drawing/2014/main" id="{1F63BD83-4BFB-40D6-A270-11F63B339E51}"/>
              </a:ext>
            </a:extLst>
          </p:cNvPr>
          <p:cNvSpPr>
            <a:spLocks xmlns:a="http://schemas.openxmlformats.org/drawingml/2006/main" noGrp="1"/>
          </p:cNvSpPr>
          <p:nvPr/>
        </p:nvSpPr>
        <p:spPr>
          <a:xfrm xmlns:a="http://schemas.openxmlformats.org/drawingml/2006/main">
            <a:off x="6924675" y="5495925"/>
            <a:ext cx="4581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赤い必須は入力必須</a:t>
            </a:r>
          </a:p>
        </p:txBody>
      </p:sp>
      <p:sp>
        <p:nvSpPr>
          <p:cNvPr id="71" name="text-l74ymc">
            <a:extLst xmlns:a="http://schemas.openxmlformats.org/drawingml/2006/main">
              <a:ext uri="{FF2B5EF4-FFF2-40B4-BE49-F238E27FC236}">
                <a16:creationId xmlns:a16="http://schemas.microsoft.com/office/drawing/2014/main" id="{19F7812A-0B99-4939-8F4A-B95E635E5F60}"/>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17</a:t>
            </a:r>
          </a:p>
        </p:txBody>
      </p:sp>
    </p:spTree>
    <p:extLst>
      <p:ext uri="{BB962C8B-B14F-4D97-AF65-F5344CB8AC3E}">
        <p14:creationId xmlns:p14="http://schemas.microsoft.com/office/powerpoint/2010/main" val="2894567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7d5fo7">
            <a:extLst xmlns:a="http://schemas.openxmlformats.org/drawingml/2006/main">
              <a:ext uri="{FF2B5EF4-FFF2-40B4-BE49-F238E27FC236}">
                <a16:creationId xmlns:a16="http://schemas.microsoft.com/office/drawing/2014/main" id="{E0D1B158-4D9D-4602-8487-9F1B9D68A3C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17 / DUE DATE</a:t>
            </a:r>
          </a:p>
        </p:txBody>
      </p:sp>
      <p:sp>
        <p:nvSpPr>
          <p:cNvPr id="2" name="text-8nrgh6">
            <a:extLst xmlns:a="http://schemas.openxmlformats.org/drawingml/2006/main">
              <a:ext uri="{FF2B5EF4-FFF2-40B4-BE49-F238E27FC236}">
                <a16:creationId xmlns:a16="http://schemas.microsoft.com/office/drawing/2014/main" id="{BD0BA02A-857D-4CC2-8C93-CC8D27F9C7B4}"/>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期限日は依頼内容から自動設定される</a:t>
            </a:r>
          </a:p>
        </p:txBody>
      </p:sp>
      <p:sp>
        <p:nvSpPr>
          <p:cNvPr id="3" name="text-pbxk58">
            <a:extLst xmlns:a="http://schemas.openxmlformats.org/drawingml/2006/main">
              <a:ext uri="{FF2B5EF4-FFF2-40B4-BE49-F238E27FC236}">
                <a16:creationId xmlns:a16="http://schemas.microsoft.com/office/drawing/2014/main" id="{25F598FC-E009-4402-B8E8-EFAE1D4AB76A}"/>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画面に表示された日付を保存前に確認します。</a:t>
            </a:r>
          </a:p>
        </p:txBody>
      </p:sp>
      <p:sp>
        <p:nvSpPr>
          <p:cNvPr id="4" name="">
            <a:extLst xmlns:a="http://schemas.openxmlformats.org/drawingml/2006/main">
              <a:ext uri="{FF2B5EF4-FFF2-40B4-BE49-F238E27FC236}">
                <a16:creationId xmlns:a16="http://schemas.microsoft.com/office/drawing/2014/main" id="{7417ED01-80B4-40DB-9DEA-127495C21FF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B7FE694D-3D29-484E-BBE2-A8EFD0AE5951}"/>
              </a:ext>
            </a:extLst>
          </p:cNvPr>
          <p:cNvSpPr>
            <a:spLocks xmlns:a="http://schemas.openxmlformats.org/drawingml/2006/main" noGrp="1"/>
          </p:cNvSpPr>
          <p:nvPr/>
        </p:nvSpPr>
        <p:spPr>
          <a:xfrm xmlns:a="http://schemas.openxmlformats.org/drawingml/2006/main">
            <a:off x="857250" y="1866900"/>
            <a:ext cx="3143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mmjwac">
            <a:extLst xmlns:a="http://schemas.openxmlformats.org/drawingml/2006/main">
              <a:ext uri="{FF2B5EF4-FFF2-40B4-BE49-F238E27FC236}">
                <a16:creationId xmlns:a16="http://schemas.microsoft.com/office/drawing/2014/main" id="{A1B67D76-BFDC-4517-AA8B-9C984DCE2CFB}"/>
              </a:ext>
            </a:extLst>
          </p:cNvPr>
          <p:cNvSpPr>
            <a:spLocks xmlns:a="http://schemas.openxmlformats.org/drawingml/2006/main" noGrp="1"/>
          </p:cNvSpPr>
          <p:nvPr/>
        </p:nvSpPr>
        <p:spPr>
          <a:xfrm xmlns:a="http://schemas.openxmlformats.org/drawingml/2006/main">
            <a:off x="933450" y="18669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依頼内容</a:t>
            </a:r>
          </a:p>
        </p:txBody>
      </p:sp>
      <p:sp>
        <p:nvSpPr>
          <p:cNvPr id="7" name="">
            <a:extLst xmlns:a="http://schemas.openxmlformats.org/drawingml/2006/main">
              <a:ext uri="{FF2B5EF4-FFF2-40B4-BE49-F238E27FC236}">
                <a16:creationId xmlns:a16="http://schemas.microsoft.com/office/drawing/2014/main" id="{8F07213F-3261-4449-9BC4-BCFE79CE57CD}"/>
              </a:ext>
            </a:extLst>
          </p:cNvPr>
          <p:cNvSpPr>
            <a:spLocks xmlns:a="http://schemas.openxmlformats.org/drawingml/2006/main" noGrp="1"/>
          </p:cNvSpPr>
          <p:nvPr/>
        </p:nvSpPr>
        <p:spPr>
          <a:xfrm xmlns:a="http://schemas.openxmlformats.org/drawingml/2006/main">
            <a:off x="4000500" y="1866900"/>
            <a:ext cx="3143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2na12q">
            <a:extLst xmlns:a="http://schemas.openxmlformats.org/drawingml/2006/main">
              <a:ext uri="{FF2B5EF4-FFF2-40B4-BE49-F238E27FC236}">
                <a16:creationId xmlns:a16="http://schemas.microsoft.com/office/drawing/2014/main" id="{7E6BD4BA-E08A-4FDE-A27C-0D678F514B28}"/>
              </a:ext>
            </a:extLst>
          </p:cNvPr>
          <p:cNvSpPr>
            <a:spLocks xmlns:a="http://schemas.openxmlformats.org/drawingml/2006/main" noGrp="1"/>
          </p:cNvSpPr>
          <p:nvPr/>
        </p:nvSpPr>
        <p:spPr>
          <a:xfrm xmlns:a="http://schemas.openxmlformats.org/drawingml/2006/main">
            <a:off x="4076700" y="18669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期限日の基準</a:t>
            </a:r>
          </a:p>
        </p:txBody>
      </p:sp>
      <p:sp>
        <p:nvSpPr>
          <p:cNvPr id="9" name="">
            <a:extLst xmlns:a="http://schemas.openxmlformats.org/drawingml/2006/main">
              <a:ext uri="{FF2B5EF4-FFF2-40B4-BE49-F238E27FC236}">
                <a16:creationId xmlns:a16="http://schemas.microsoft.com/office/drawing/2014/main" id="{F88F0B50-109F-44DD-80DF-643603994657}"/>
              </a:ext>
            </a:extLst>
          </p:cNvPr>
          <p:cNvSpPr>
            <a:spLocks xmlns:a="http://schemas.openxmlformats.org/drawingml/2006/main" noGrp="1"/>
          </p:cNvSpPr>
          <p:nvPr/>
        </p:nvSpPr>
        <p:spPr>
          <a:xfrm xmlns:a="http://schemas.openxmlformats.org/drawingml/2006/main">
            <a:off x="7143750" y="1866900"/>
            <a:ext cx="41910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7x8p1x">
            <a:extLst xmlns:a="http://schemas.openxmlformats.org/drawingml/2006/main">
              <a:ext uri="{FF2B5EF4-FFF2-40B4-BE49-F238E27FC236}">
                <a16:creationId xmlns:a16="http://schemas.microsoft.com/office/drawing/2014/main" id="{91E7621D-0CC6-4F45-8766-CA2FCDE61EAE}"/>
              </a:ext>
            </a:extLst>
          </p:cNvPr>
          <p:cNvSpPr>
            <a:spLocks xmlns:a="http://schemas.openxmlformats.org/drawingml/2006/main" noGrp="1"/>
          </p:cNvSpPr>
          <p:nvPr/>
        </p:nvSpPr>
        <p:spPr>
          <a:xfrm xmlns:a="http://schemas.openxmlformats.org/drawingml/2006/main">
            <a:off x="7219950" y="1866900"/>
            <a:ext cx="4038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確認ポイント</a:t>
            </a:r>
          </a:p>
        </p:txBody>
      </p:sp>
      <p:sp>
        <p:nvSpPr>
          <p:cNvPr id="11" name="">
            <a:extLst xmlns:a="http://schemas.openxmlformats.org/drawingml/2006/main">
              <a:ext uri="{FF2B5EF4-FFF2-40B4-BE49-F238E27FC236}">
                <a16:creationId xmlns:a16="http://schemas.microsoft.com/office/drawing/2014/main" id="{DFEC2623-F890-4394-840D-444C500C8904}"/>
              </a:ext>
            </a:extLst>
          </p:cNvPr>
          <p:cNvSpPr>
            <a:spLocks xmlns:a="http://schemas.openxmlformats.org/drawingml/2006/main" noGrp="1"/>
          </p:cNvSpPr>
          <p:nvPr/>
        </p:nvSpPr>
        <p:spPr>
          <a:xfrm xmlns:a="http://schemas.openxmlformats.org/drawingml/2006/main">
            <a:off x="857250" y="2228850"/>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y8bkae">
            <a:extLst xmlns:a="http://schemas.openxmlformats.org/drawingml/2006/main">
              <a:ext uri="{FF2B5EF4-FFF2-40B4-BE49-F238E27FC236}">
                <a16:creationId xmlns:a16="http://schemas.microsoft.com/office/drawing/2014/main" id="{8389097F-E967-43E3-99D1-D70E3A144B7A}"/>
              </a:ext>
            </a:extLst>
          </p:cNvPr>
          <p:cNvSpPr>
            <a:spLocks xmlns:a="http://schemas.openxmlformats.org/drawingml/2006/main" noGrp="1"/>
          </p:cNvSpPr>
          <p:nvPr/>
        </p:nvSpPr>
        <p:spPr>
          <a:xfrm xmlns:a="http://schemas.openxmlformats.org/drawingml/2006/main">
            <a:off x="933450" y="225742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表示・非表示切り替え</a:t>
            </a:r>
          </a:p>
        </p:txBody>
      </p:sp>
      <p:sp>
        <p:nvSpPr>
          <p:cNvPr id="13" name="">
            <a:extLst xmlns:a="http://schemas.openxmlformats.org/drawingml/2006/main">
              <a:ext uri="{FF2B5EF4-FFF2-40B4-BE49-F238E27FC236}">
                <a16:creationId xmlns:a16="http://schemas.microsoft.com/office/drawing/2014/main" id="{A16C53DE-2783-4A0C-95FD-FCDD233BF64F}"/>
              </a:ext>
            </a:extLst>
          </p:cNvPr>
          <p:cNvSpPr>
            <a:spLocks xmlns:a="http://schemas.openxmlformats.org/drawingml/2006/main" noGrp="1"/>
          </p:cNvSpPr>
          <p:nvPr/>
        </p:nvSpPr>
        <p:spPr>
          <a:xfrm xmlns:a="http://schemas.openxmlformats.org/drawingml/2006/main">
            <a:off x="4000500" y="2228850"/>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jgdo7s">
            <a:extLst xmlns:a="http://schemas.openxmlformats.org/drawingml/2006/main">
              <a:ext uri="{FF2B5EF4-FFF2-40B4-BE49-F238E27FC236}">
                <a16:creationId xmlns:a16="http://schemas.microsoft.com/office/drawing/2014/main" id="{C8DC58AA-C0A5-47B4-AD40-C605476CA124}"/>
              </a:ext>
            </a:extLst>
          </p:cNvPr>
          <p:cNvSpPr>
            <a:spLocks xmlns:a="http://schemas.openxmlformats.org/drawingml/2006/main" noGrp="1"/>
          </p:cNvSpPr>
          <p:nvPr/>
        </p:nvSpPr>
        <p:spPr>
          <a:xfrm xmlns:a="http://schemas.openxmlformats.org/drawingml/2006/main">
            <a:off x="4076700" y="225742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入力当日</a:t>
            </a:r>
          </a:p>
        </p:txBody>
      </p:sp>
      <p:sp>
        <p:nvSpPr>
          <p:cNvPr id="15" name="">
            <a:extLst xmlns:a="http://schemas.openxmlformats.org/drawingml/2006/main">
              <a:ext uri="{FF2B5EF4-FFF2-40B4-BE49-F238E27FC236}">
                <a16:creationId xmlns:a16="http://schemas.microsoft.com/office/drawing/2014/main" id="{1E77FE2B-11D1-4D7F-9355-D840EE46301B}"/>
              </a:ext>
            </a:extLst>
          </p:cNvPr>
          <p:cNvSpPr>
            <a:spLocks xmlns:a="http://schemas.openxmlformats.org/drawingml/2006/main" noGrp="1"/>
          </p:cNvSpPr>
          <p:nvPr/>
        </p:nvSpPr>
        <p:spPr>
          <a:xfrm xmlns:a="http://schemas.openxmlformats.org/drawingml/2006/main">
            <a:off x="7143750" y="2228850"/>
            <a:ext cx="4191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0bu576">
            <a:extLst xmlns:a="http://schemas.openxmlformats.org/drawingml/2006/main">
              <a:ext uri="{FF2B5EF4-FFF2-40B4-BE49-F238E27FC236}">
                <a16:creationId xmlns:a16="http://schemas.microsoft.com/office/drawing/2014/main" id="{ACA65C8A-E145-4CD3-9FF3-C2943AF32D9A}"/>
              </a:ext>
            </a:extLst>
          </p:cNvPr>
          <p:cNvSpPr>
            <a:spLocks xmlns:a="http://schemas.openxmlformats.org/drawingml/2006/main" noGrp="1"/>
          </p:cNvSpPr>
          <p:nvPr/>
        </p:nvSpPr>
        <p:spPr>
          <a:xfrm xmlns:a="http://schemas.openxmlformats.org/drawingml/2006/main">
            <a:off x="7219950" y="2257425"/>
            <a:ext cx="4038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当日対応の依頼</a:t>
            </a:r>
          </a:p>
        </p:txBody>
      </p:sp>
      <p:sp>
        <p:nvSpPr>
          <p:cNvPr id="17" name="">
            <a:extLst xmlns:a="http://schemas.openxmlformats.org/drawingml/2006/main">
              <a:ext uri="{FF2B5EF4-FFF2-40B4-BE49-F238E27FC236}">
                <a16:creationId xmlns:a16="http://schemas.microsoft.com/office/drawing/2014/main" id="{016B30ED-7903-4635-85B8-CDC4D5514549}"/>
              </a:ext>
            </a:extLst>
          </p:cNvPr>
          <p:cNvSpPr>
            <a:spLocks xmlns:a="http://schemas.openxmlformats.org/drawingml/2006/main" noGrp="1"/>
          </p:cNvSpPr>
          <p:nvPr/>
        </p:nvSpPr>
        <p:spPr>
          <a:xfrm xmlns:a="http://schemas.openxmlformats.org/drawingml/2006/main">
            <a:off x="857250" y="2819400"/>
            <a:ext cx="3143250" cy="590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u9xo9i">
            <a:extLst xmlns:a="http://schemas.openxmlformats.org/drawingml/2006/main">
              <a:ext uri="{FF2B5EF4-FFF2-40B4-BE49-F238E27FC236}">
                <a16:creationId xmlns:a16="http://schemas.microsoft.com/office/drawing/2014/main" id="{C140CC78-AF30-48B7-8F21-267964122136}"/>
              </a:ext>
            </a:extLst>
          </p:cNvPr>
          <p:cNvSpPr>
            <a:spLocks xmlns:a="http://schemas.openxmlformats.org/drawingml/2006/main" noGrp="1"/>
          </p:cNvSpPr>
          <p:nvPr/>
        </p:nvSpPr>
        <p:spPr>
          <a:xfrm xmlns:a="http://schemas.openxmlformats.org/drawingml/2006/main">
            <a:off x="933450" y="284797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在庫数変更</a:t>
            </a:r>
          </a:p>
        </p:txBody>
      </p:sp>
      <p:sp>
        <p:nvSpPr>
          <p:cNvPr id="19" name="">
            <a:extLst xmlns:a="http://schemas.openxmlformats.org/drawingml/2006/main">
              <a:ext uri="{FF2B5EF4-FFF2-40B4-BE49-F238E27FC236}">
                <a16:creationId xmlns:a16="http://schemas.microsoft.com/office/drawing/2014/main" id="{B6593B22-E9E6-4025-9381-4C945571F76D}"/>
              </a:ext>
            </a:extLst>
          </p:cNvPr>
          <p:cNvSpPr>
            <a:spLocks xmlns:a="http://schemas.openxmlformats.org/drawingml/2006/main" noGrp="1"/>
          </p:cNvSpPr>
          <p:nvPr/>
        </p:nvSpPr>
        <p:spPr>
          <a:xfrm xmlns:a="http://schemas.openxmlformats.org/drawingml/2006/main">
            <a:off x="4000500" y="2819400"/>
            <a:ext cx="3143250" cy="590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z5bxt0">
            <a:extLst xmlns:a="http://schemas.openxmlformats.org/drawingml/2006/main">
              <a:ext uri="{FF2B5EF4-FFF2-40B4-BE49-F238E27FC236}">
                <a16:creationId xmlns:a16="http://schemas.microsoft.com/office/drawing/2014/main" id="{E6353932-98D1-47B1-891B-43C3AAC839EB}"/>
              </a:ext>
            </a:extLst>
          </p:cNvPr>
          <p:cNvSpPr>
            <a:spLocks xmlns:a="http://schemas.openxmlformats.org/drawingml/2006/main" noGrp="1"/>
          </p:cNvSpPr>
          <p:nvPr/>
        </p:nvSpPr>
        <p:spPr>
          <a:xfrm xmlns:a="http://schemas.openxmlformats.org/drawingml/2006/main">
            <a:off x="4076700" y="284797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入力当日</a:t>
            </a:r>
          </a:p>
        </p:txBody>
      </p:sp>
      <p:sp>
        <p:nvSpPr>
          <p:cNvPr id="21" name="">
            <a:extLst xmlns:a="http://schemas.openxmlformats.org/drawingml/2006/main">
              <a:ext uri="{FF2B5EF4-FFF2-40B4-BE49-F238E27FC236}">
                <a16:creationId xmlns:a16="http://schemas.microsoft.com/office/drawing/2014/main" id="{08960F36-6C7C-45AB-9600-014024EB557A}"/>
              </a:ext>
            </a:extLst>
          </p:cNvPr>
          <p:cNvSpPr>
            <a:spLocks xmlns:a="http://schemas.openxmlformats.org/drawingml/2006/main" noGrp="1"/>
          </p:cNvSpPr>
          <p:nvPr/>
        </p:nvSpPr>
        <p:spPr>
          <a:xfrm xmlns:a="http://schemas.openxmlformats.org/drawingml/2006/main">
            <a:off x="7143750" y="2819400"/>
            <a:ext cx="4191000" cy="590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yr32be">
            <a:extLst xmlns:a="http://schemas.openxmlformats.org/drawingml/2006/main">
              <a:ext uri="{FF2B5EF4-FFF2-40B4-BE49-F238E27FC236}">
                <a16:creationId xmlns:a16="http://schemas.microsoft.com/office/drawing/2014/main" id="{A3BA6B27-3DC9-43EE-AB93-C5BCE3E55380}"/>
              </a:ext>
            </a:extLst>
          </p:cNvPr>
          <p:cNvSpPr>
            <a:spLocks xmlns:a="http://schemas.openxmlformats.org/drawingml/2006/main" noGrp="1"/>
          </p:cNvSpPr>
          <p:nvPr/>
        </p:nvSpPr>
        <p:spPr>
          <a:xfrm xmlns:a="http://schemas.openxmlformats.org/drawingml/2006/main">
            <a:off x="7219950" y="2847975"/>
            <a:ext cx="4038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変更後在庫だけを確認</a:t>
            </a:r>
          </a:p>
        </p:txBody>
      </p:sp>
      <p:sp>
        <p:nvSpPr>
          <p:cNvPr id="23" name="">
            <a:extLst xmlns:a="http://schemas.openxmlformats.org/drawingml/2006/main">
              <a:ext uri="{FF2B5EF4-FFF2-40B4-BE49-F238E27FC236}">
                <a16:creationId xmlns:a16="http://schemas.microsoft.com/office/drawing/2014/main" id="{CB692A83-8338-4B68-84DF-F4E94586BD7D}"/>
              </a:ext>
            </a:extLst>
          </p:cNvPr>
          <p:cNvSpPr>
            <a:spLocks xmlns:a="http://schemas.openxmlformats.org/drawingml/2006/main" noGrp="1"/>
          </p:cNvSpPr>
          <p:nvPr/>
        </p:nvSpPr>
        <p:spPr>
          <a:xfrm xmlns:a="http://schemas.openxmlformats.org/drawingml/2006/main">
            <a:off x="857250" y="3409950"/>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3kxoab">
            <a:extLst xmlns:a="http://schemas.openxmlformats.org/drawingml/2006/main">
              <a:ext uri="{FF2B5EF4-FFF2-40B4-BE49-F238E27FC236}">
                <a16:creationId xmlns:a16="http://schemas.microsoft.com/office/drawing/2014/main" id="{EBE90BA0-4A48-4AD2-9DE7-67B8C2F5A0EC}"/>
              </a:ext>
            </a:extLst>
          </p:cNvPr>
          <p:cNvSpPr>
            <a:spLocks xmlns:a="http://schemas.openxmlformats.org/drawingml/2006/main" noGrp="1"/>
          </p:cNvSpPr>
          <p:nvPr/>
        </p:nvSpPr>
        <p:spPr>
          <a:xfrm xmlns:a="http://schemas.openxmlformats.org/drawingml/2006/main">
            <a:off x="933450" y="343852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その他の修正</a:t>
            </a:r>
          </a:p>
        </p:txBody>
      </p:sp>
      <p:sp>
        <p:nvSpPr>
          <p:cNvPr id="25" name="">
            <a:extLst xmlns:a="http://schemas.openxmlformats.org/drawingml/2006/main">
              <a:ext uri="{FF2B5EF4-FFF2-40B4-BE49-F238E27FC236}">
                <a16:creationId xmlns:a16="http://schemas.microsoft.com/office/drawing/2014/main" id="{756AFDC5-2BEB-4261-A461-E77C856F8BD0}"/>
              </a:ext>
            </a:extLst>
          </p:cNvPr>
          <p:cNvSpPr>
            <a:spLocks xmlns:a="http://schemas.openxmlformats.org/drawingml/2006/main" noGrp="1"/>
          </p:cNvSpPr>
          <p:nvPr/>
        </p:nvSpPr>
        <p:spPr>
          <a:xfrm xmlns:a="http://schemas.openxmlformats.org/drawingml/2006/main">
            <a:off x="4000500" y="3409950"/>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6sayha">
            <a:extLst xmlns:a="http://schemas.openxmlformats.org/drawingml/2006/main">
              <a:ext uri="{FF2B5EF4-FFF2-40B4-BE49-F238E27FC236}">
                <a16:creationId xmlns:a16="http://schemas.microsoft.com/office/drawing/2014/main" id="{465FB7C6-EA59-40F0-B0FB-81105F75891F}"/>
              </a:ext>
            </a:extLst>
          </p:cNvPr>
          <p:cNvSpPr>
            <a:spLocks xmlns:a="http://schemas.openxmlformats.org/drawingml/2006/main" noGrp="1"/>
          </p:cNvSpPr>
          <p:nvPr/>
        </p:nvSpPr>
        <p:spPr>
          <a:xfrm xmlns:a="http://schemas.openxmlformats.org/drawingml/2006/main">
            <a:off x="4076700" y="343852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入力日の3日後を基準</a:t>
            </a:r>
          </a:p>
        </p:txBody>
      </p:sp>
      <p:sp>
        <p:nvSpPr>
          <p:cNvPr id="27" name="">
            <a:extLst xmlns:a="http://schemas.openxmlformats.org/drawingml/2006/main">
              <a:ext uri="{FF2B5EF4-FFF2-40B4-BE49-F238E27FC236}">
                <a16:creationId xmlns:a16="http://schemas.microsoft.com/office/drawing/2014/main" id="{4E50E355-95F3-4177-9290-DA20A2BBA3CD}"/>
              </a:ext>
            </a:extLst>
          </p:cNvPr>
          <p:cNvSpPr>
            <a:spLocks xmlns:a="http://schemas.openxmlformats.org/drawingml/2006/main" noGrp="1"/>
          </p:cNvSpPr>
          <p:nvPr/>
        </p:nvSpPr>
        <p:spPr>
          <a:xfrm xmlns:a="http://schemas.openxmlformats.org/drawingml/2006/main">
            <a:off x="7143750" y="3409950"/>
            <a:ext cx="4191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oyq80k">
            <a:extLst xmlns:a="http://schemas.openxmlformats.org/drawingml/2006/main">
              <a:ext uri="{FF2B5EF4-FFF2-40B4-BE49-F238E27FC236}">
                <a16:creationId xmlns:a16="http://schemas.microsoft.com/office/drawing/2014/main" id="{E97DF7E0-49DA-4299-9AFB-B13725C5EE12}"/>
              </a:ext>
            </a:extLst>
          </p:cNvPr>
          <p:cNvSpPr>
            <a:spLocks xmlns:a="http://schemas.openxmlformats.org/drawingml/2006/main" noGrp="1"/>
          </p:cNvSpPr>
          <p:nvPr/>
        </p:nvSpPr>
        <p:spPr>
          <a:xfrm xmlns:a="http://schemas.openxmlformats.org/drawingml/2006/main">
            <a:off x="7219950" y="3438525"/>
            <a:ext cx="4038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土日祝調整後の日付を確認</a:t>
            </a:r>
          </a:p>
        </p:txBody>
      </p:sp>
      <p:sp>
        <p:nvSpPr>
          <p:cNvPr id="29" name="">
            <a:extLst xmlns:a="http://schemas.openxmlformats.org/drawingml/2006/main">
              <a:ext uri="{FF2B5EF4-FFF2-40B4-BE49-F238E27FC236}">
                <a16:creationId xmlns:a16="http://schemas.microsoft.com/office/drawing/2014/main" id="{EF6A563A-E597-411F-84E7-748FCCD6B31C}"/>
              </a:ext>
            </a:extLst>
          </p:cNvPr>
          <p:cNvSpPr>
            <a:spLocks xmlns:a="http://schemas.openxmlformats.org/drawingml/2006/main" noGrp="1"/>
          </p:cNvSpPr>
          <p:nvPr/>
        </p:nvSpPr>
        <p:spPr>
          <a:xfrm xmlns:a="http://schemas.openxmlformats.org/drawingml/2006/main">
            <a:off x="857250" y="4000500"/>
            <a:ext cx="3143250" cy="590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m6syuv">
            <a:extLst xmlns:a="http://schemas.openxmlformats.org/drawingml/2006/main">
              <a:ext uri="{FF2B5EF4-FFF2-40B4-BE49-F238E27FC236}">
                <a16:creationId xmlns:a16="http://schemas.microsoft.com/office/drawing/2014/main" id="{E2FE3E1C-7C69-4688-8B3F-FD5469DC092B}"/>
              </a:ext>
            </a:extLst>
          </p:cNvPr>
          <p:cNvSpPr>
            <a:spLocks xmlns:a="http://schemas.openxmlformats.org/drawingml/2006/main" noGrp="1"/>
          </p:cNvSpPr>
          <p:nvPr/>
        </p:nvSpPr>
        <p:spPr>
          <a:xfrm xmlns:a="http://schemas.openxmlformats.org/drawingml/2006/main">
            <a:off x="933450" y="402907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新規商品登録</a:t>
            </a:r>
          </a:p>
        </p:txBody>
      </p:sp>
      <p:sp>
        <p:nvSpPr>
          <p:cNvPr id="31" name="">
            <a:extLst xmlns:a="http://schemas.openxmlformats.org/drawingml/2006/main">
              <a:ext uri="{FF2B5EF4-FFF2-40B4-BE49-F238E27FC236}">
                <a16:creationId xmlns:a16="http://schemas.microsoft.com/office/drawing/2014/main" id="{0F5E36B8-8561-4157-ACE6-717D6638EB82}"/>
              </a:ext>
            </a:extLst>
          </p:cNvPr>
          <p:cNvSpPr>
            <a:spLocks xmlns:a="http://schemas.openxmlformats.org/drawingml/2006/main" noGrp="1"/>
          </p:cNvSpPr>
          <p:nvPr/>
        </p:nvSpPr>
        <p:spPr>
          <a:xfrm xmlns:a="http://schemas.openxmlformats.org/drawingml/2006/main">
            <a:off x="4000500" y="4000500"/>
            <a:ext cx="3143250" cy="590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qsh5im">
            <a:extLst xmlns:a="http://schemas.openxmlformats.org/drawingml/2006/main">
              <a:ext uri="{FF2B5EF4-FFF2-40B4-BE49-F238E27FC236}">
                <a16:creationId xmlns:a16="http://schemas.microsoft.com/office/drawing/2014/main" id="{9BA60008-9931-4DA2-803E-1FF91F1BD22C}"/>
              </a:ext>
            </a:extLst>
          </p:cNvPr>
          <p:cNvSpPr>
            <a:spLocks xmlns:a="http://schemas.openxmlformats.org/drawingml/2006/main" noGrp="1"/>
          </p:cNvSpPr>
          <p:nvPr/>
        </p:nvSpPr>
        <p:spPr>
          <a:xfrm xmlns:a="http://schemas.openxmlformats.org/drawingml/2006/main">
            <a:off x="4076700" y="402907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入力日の5日後を基準</a:t>
            </a:r>
          </a:p>
        </p:txBody>
      </p:sp>
      <p:sp>
        <p:nvSpPr>
          <p:cNvPr id="33" name="">
            <a:extLst xmlns:a="http://schemas.openxmlformats.org/drawingml/2006/main">
              <a:ext uri="{FF2B5EF4-FFF2-40B4-BE49-F238E27FC236}">
                <a16:creationId xmlns:a16="http://schemas.microsoft.com/office/drawing/2014/main" id="{97A2352F-AB90-42B7-859F-951FF551298D}"/>
              </a:ext>
            </a:extLst>
          </p:cNvPr>
          <p:cNvSpPr>
            <a:spLocks xmlns:a="http://schemas.openxmlformats.org/drawingml/2006/main" noGrp="1"/>
          </p:cNvSpPr>
          <p:nvPr/>
        </p:nvSpPr>
        <p:spPr>
          <a:xfrm xmlns:a="http://schemas.openxmlformats.org/drawingml/2006/main">
            <a:off x="7143750" y="4000500"/>
            <a:ext cx="4191000" cy="5905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g3pygi">
            <a:extLst xmlns:a="http://schemas.openxmlformats.org/drawingml/2006/main">
              <a:ext uri="{FF2B5EF4-FFF2-40B4-BE49-F238E27FC236}">
                <a16:creationId xmlns:a16="http://schemas.microsoft.com/office/drawing/2014/main" id="{795CDC62-4A5C-41AE-A576-70DB9F835142}"/>
              </a:ext>
            </a:extLst>
          </p:cNvPr>
          <p:cNvSpPr>
            <a:spLocks xmlns:a="http://schemas.openxmlformats.org/drawingml/2006/main" noGrp="1"/>
          </p:cNvSpPr>
          <p:nvPr/>
        </p:nvSpPr>
        <p:spPr>
          <a:xfrm xmlns:a="http://schemas.openxmlformats.org/drawingml/2006/main">
            <a:off x="7219950" y="4029075"/>
            <a:ext cx="4038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土日祝調整後の日付を確認</a:t>
            </a:r>
          </a:p>
        </p:txBody>
      </p:sp>
      <p:sp>
        <p:nvSpPr>
          <p:cNvPr id="35" name="">
            <a:extLst xmlns:a="http://schemas.openxmlformats.org/drawingml/2006/main">
              <a:ext uri="{FF2B5EF4-FFF2-40B4-BE49-F238E27FC236}">
                <a16:creationId xmlns:a16="http://schemas.microsoft.com/office/drawing/2014/main" id="{68FC1265-A577-4B65-8398-BFB0574B5E10}"/>
              </a:ext>
            </a:extLst>
          </p:cNvPr>
          <p:cNvSpPr>
            <a:spLocks xmlns:a="http://schemas.openxmlformats.org/drawingml/2006/main" noGrp="1"/>
          </p:cNvSpPr>
          <p:nvPr/>
        </p:nvSpPr>
        <p:spPr>
          <a:xfrm xmlns:a="http://schemas.openxmlformats.org/drawingml/2006/main">
            <a:off x="857250" y="4591050"/>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7ysu7s">
            <a:extLst xmlns:a="http://schemas.openxmlformats.org/drawingml/2006/main">
              <a:ext uri="{FF2B5EF4-FFF2-40B4-BE49-F238E27FC236}">
                <a16:creationId xmlns:a16="http://schemas.microsoft.com/office/drawing/2014/main" id="{A5EB3DD6-88D3-44FE-8016-F2A4727C013E}"/>
              </a:ext>
            </a:extLst>
          </p:cNvPr>
          <p:cNvSpPr>
            <a:spLocks xmlns:a="http://schemas.openxmlformats.org/drawingml/2006/main" noGrp="1"/>
          </p:cNvSpPr>
          <p:nvPr/>
        </p:nvSpPr>
        <p:spPr>
          <a:xfrm xmlns:a="http://schemas.openxmlformats.org/drawingml/2006/main">
            <a:off x="933450" y="461962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至急ON</a:t>
            </a:r>
          </a:p>
        </p:txBody>
      </p:sp>
      <p:sp>
        <p:nvSpPr>
          <p:cNvPr id="37" name="">
            <a:extLst xmlns:a="http://schemas.openxmlformats.org/drawingml/2006/main">
              <a:ext uri="{FF2B5EF4-FFF2-40B4-BE49-F238E27FC236}">
                <a16:creationId xmlns:a16="http://schemas.microsoft.com/office/drawing/2014/main" id="{63C6BAAB-535B-4DB4-9034-CD48B45591D7}"/>
              </a:ext>
            </a:extLst>
          </p:cNvPr>
          <p:cNvSpPr>
            <a:spLocks xmlns:a="http://schemas.openxmlformats.org/drawingml/2006/main" noGrp="1"/>
          </p:cNvSpPr>
          <p:nvPr/>
        </p:nvSpPr>
        <p:spPr>
          <a:xfrm xmlns:a="http://schemas.openxmlformats.org/drawingml/2006/main">
            <a:off x="4000500" y="4591050"/>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corf9v">
            <a:extLst xmlns:a="http://schemas.openxmlformats.org/drawingml/2006/main">
              <a:ext uri="{FF2B5EF4-FFF2-40B4-BE49-F238E27FC236}">
                <a16:creationId xmlns:a16="http://schemas.microsoft.com/office/drawing/2014/main" id="{FA9FED5D-8BDC-4336-B5A5-27AB0222C82D}"/>
              </a:ext>
            </a:extLst>
          </p:cNvPr>
          <p:cNvSpPr>
            <a:spLocks xmlns:a="http://schemas.openxmlformats.org/drawingml/2006/main" noGrp="1"/>
          </p:cNvSpPr>
          <p:nvPr/>
        </p:nvSpPr>
        <p:spPr>
          <a:xfrm xmlns:a="http://schemas.openxmlformats.org/drawingml/2006/main">
            <a:off x="4076700" y="4619625"/>
            <a:ext cx="2990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タイトル先頭に【至急】</a:t>
            </a:r>
          </a:p>
        </p:txBody>
      </p:sp>
      <p:sp>
        <p:nvSpPr>
          <p:cNvPr id="39" name="">
            <a:extLst xmlns:a="http://schemas.openxmlformats.org/drawingml/2006/main">
              <a:ext uri="{FF2B5EF4-FFF2-40B4-BE49-F238E27FC236}">
                <a16:creationId xmlns:a16="http://schemas.microsoft.com/office/drawing/2014/main" id="{95E3A966-1BC3-4C9A-AE62-4529F09620D7}"/>
              </a:ext>
            </a:extLst>
          </p:cNvPr>
          <p:cNvSpPr>
            <a:spLocks xmlns:a="http://schemas.openxmlformats.org/drawingml/2006/main" noGrp="1"/>
          </p:cNvSpPr>
          <p:nvPr/>
        </p:nvSpPr>
        <p:spPr>
          <a:xfrm xmlns:a="http://schemas.openxmlformats.org/drawingml/2006/main">
            <a:off x="7143750" y="4591050"/>
            <a:ext cx="4191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xn4cu9">
            <a:extLst xmlns:a="http://schemas.openxmlformats.org/drawingml/2006/main">
              <a:ext uri="{FF2B5EF4-FFF2-40B4-BE49-F238E27FC236}">
                <a16:creationId xmlns:a16="http://schemas.microsoft.com/office/drawing/2014/main" id="{01C05895-4B2F-4D00-A712-396A35756A00}"/>
              </a:ext>
            </a:extLst>
          </p:cNvPr>
          <p:cNvSpPr>
            <a:spLocks xmlns:a="http://schemas.openxmlformats.org/drawingml/2006/main" noGrp="1"/>
          </p:cNvSpPr>
          <p:nvPr/>
        </p:nvSpPr>
        <p:spPr>
          <a:xfrm xmlns:a="http://schemas.openxmlformats.org/drawingml/2006/main">
            <a:off x="7219950" y="4619625"/>
            <a:ext cx="4038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52606D"/>
                </a:solidFill>
              </a:defRPr>
            </a:pPr>
            <a:r>
              <a:rPr sz="1125" b="0">
                <a:solidFill>
                  <a:srgbClr val="52606D"/>
                </a:solidFill>
              </a:rPr>
              <a:t>期限日とは別に緊急性を明示</a:t>
            </a:r>
          </a:p>
        </p:txBody>
      </p:sp>
      <p:sp>
        <p:nvSpPr>
          <p:cNvPr id="41" name="">
            <a:extLst xmlns:a="http://schemas.openxmlformats.org/drawingml/2006/main">
              <a:ext uri="{FF2B5EF4-FFF2-40B4-BE49-F238E27FC236}">
                <a16:creationId xmlns:a16="http://schemas.microsoft.com/office/drawing/2014/main" id="{EEF588E0-772F-44FD-8425-8FA6DA5EC33D}"/>
              </a:ext>
            </a:extLst>
          </p:cNvPr>
          <p:cNvSpPr>
            <a:spLocks xmlns:a="http://schemas.openxmlformats.org/drawingml/2006/main" noGrp="1"/>
          </p:cNvSpPr>
          <p:nvPr/>
        </p:nvSpPr>
        <p:spPr>
          <a:xfrm xmlns:a="http://schemas.openxmlformats.org/drawingml/2006/main">
            <a:off x="857250" y="5391150"/>
            <a:ext cx="10477500" cy="666750"/>
          </a:xfrm>
          <a:prstGeom xmlns:a="http://schemas.openxmlformats.org/drawingml/2006/main" prst="rect">
            <a:avLst/>
          </a:prstGeom>
          <a:solidFill xmlns:a="http://schemas.openxmlformats.org/drawingml/2006/main">
            <a:srgbClr val="FFF8E8"/>
          </a:solidFill>
          <a:ln xmlns:a="http://schemas.openxmlformats.org/drawingml/2006/main" w="9525">
            <a:solidFill>
              <a:srgbClr val="E0B45C"/>
            </a:solidFill>
            <a:prstDash val="solid"/>
          </a:ln>
        </p:spPr>
      </p:sp>
      <p:sp>
        <p:nvSpPr>
          <p:cNvPr id="42" name="text-4wp9ep">
            <a:extLst xmlns:a="http://schemas.openxmlformats.org/drawingml/2006/main">
              <a:ext uri="{FF2B5EF4-FFF2-40B4-BE49-F238E27FC236}">
                <a16:creationId xmlns:a16="http://schemas.microsoft.com/office/drawing/2014/main" id="{3FB3443C-AEF9-491F-AACA-DD82E3C4903E}"/>
              </a:ext>
            </a:extLst>
          </p:cNvPr>
          <p:cNvSpPr>
            <a:spLocks xmlns:a="http://schemas.openxmlformats.org/drawingml/2006/main" noGrp="1"/>
          </p:cNvSpPr>
          <p:nvPr/>
        </p:nvSpPr>
        <p:spPr>
          <a:xfrm xmlns:a="http://schemas.openxmlformats.org/drawingml/2006/main">
            <a:off x="1066800" y="5514975"/>
            <a:ext cx="1005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A7690B"/>
                </a:solidFill>
              </a:defRPr>
            </a:pPr>
            <a:r>
              <a:rPr sz="1275" b="1">
                <a:solidFill>
                  <a:srgbClr val="A7690B"/>
                </a:solidFill>
              </a:rPr>
              <a:t>土日祝を挟む場合は自動調整されます。最終的には画面の「期限日（自動設定）」を確認してください。</a:t>
            </a:r>
          </a:p>
        </p:txBody>
      </p:sp>
      <p:sp>
        <p:nvSpPr>
          <p:cNvPr id="43" name="text-k3n5tm">
            <a:extLst xmlns:a="http://schemas.openxmlformats.org/drawingml/2006/main">
              <a:ext uri="{FF2B5EF4-FFF2-40B4-BE49-F238E27FC236}">
                <a16:creationId xmlns:a16="http://schemas.microsoft.com/office/drawing/2014/main" id="{314EA285-6E62-43E3-B844-A3126629330D}"/>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18</a:t>
            </a:r>
          </a:p>
        </p:txBody>
      </p:sp>
    </p:spTree>
    <p:extLst>
      <p:ext uri="{BB962C8B-B14F-4D97-AF65-F5344CB8AC3E}">
        <p14:creationId xmlns:p14="http://schemas.microsoft.com/office/powerpoint/2010/main" val="18369133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text-z8ncod">
            <a:extLst xmlns:a="http://schemas.openxmlformats.org/drawingml/2006/main">
              <a:ext uri="{FF2B5EF4-FFF2-40B4-BE49-F238E27FC236}">
                <a16:creationId xmlns:a16="http://schemas.microsoft.com/office/drawing/2014/main" id="{8CC1E991-7B56-41D0-B862-0FF93F2F3AA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18 / ISSUE DESCRIPTION</a:t>
            </a:r>
          </a:p>
        </p:txBody>
      </p:sp>
      <p:sp>
        <p:nvSpPr>
          <p:cNvPr id="2" name="text-9b8543">
            <a:extLst xmlns:a="http://schemas.openxmlformats.org/drawingml/2006/main">
              <a:ext uri="{FF2B5EF4-FFF2-40B4-BE49-F238E27FC236}">
                <a16:creationId xmlns:a16="http://schemas.microsoft.com/office/drawing/2014/main" id="{EC9BA524-222C-422B-81F3-70E781D40F07}"/>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課題詳細は商品ごとの比較表で読む</a:t>
            </a:r>
          </a:p>
        </p:txBody>
      </p:sp>
      <p:sp>
        <p:nvSpPr>
          <p:cNvPr id="3" name="text-p60fr2">
            <a:extLst xmlns:a="http://schemas.openxmlformats.org/drawingml/2006/main">
              <a:ext uri="{FF2B5EF4-FFF2-40B4-BE49-F238E27FC236}">
                <a16:creationId xmlns:a16="http://schemas.microsoft.com/office/drawing/2014/main" id="{302F5A98-FB6C-492B-A255-D72432248EE9}"/>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品番・商品名は固定表示し、それ以外は変更項目だけを載せます。</a:t>
            </a:r>
          </a:p>
        </p:txBody>
      </p:sp>
      <p:sp>
        <p:nvSpPr>
          <p:cNvPr id="4" name="">
            <a:extLst xmlns:a="http://schemas.openxmlformats.org/drawingml/2006/main">
              <a:ext uri="{FF2B5EF4-FFF2-40B4-BE49-F238E27FC236}">
                <a16:creationId xmlns:a16="http://schemas.microsoft.com/office/drawing/2014/main" id="{B3C05391-E4BD-4B5D-B7B6-CBF8C90C23E8}"/>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570F8177-6EF6-46CC-ADAC-F5E82DA11522}"/>
              </a:ext>
            </a:extLst>
          </p:cNvPr>
          <p:cNvSpPr>
            <a:spLocks xmlns:a="http://schemas.openxmlformats.org/drawingml/2006/main" noGrp="1"/>
          </p:cNvSpPr>
          <p:nvPr/>
        </p:nvSpPr>
        <p:spPr>
          <a:xfrm xmlns:a="http://schemas.openxmlformats.org/drawingml/2006/main">
            <a:off x="609600" y="1695450"/>
            <a:ext cx="7239000" cy="432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 name="text-d0ildm">
            <a:extLst xmlns:a="http://schemas.openxmlformats.org/drawingml/2006/main">
              <a:ext uri="{FF2B5EF4-FFF2-40B4-BE49-F238E27FC236}">
                <a16:creationId xmlns:a16="http://schemas.microsoft.com/office/drawing/2014/main" id="{ED23F7A1-CEFF-4F5D-836C-654FB23131BB}"/>
              </a:ext>
            </a:extLst>
          </p:cNvPr>
          <p:cNvSpPr>
            <a:spLocks xmlns:a="http://schemas.openxmlformats.org/drawingml/2006/main" noGrp="1"/>
          </p:cNvSpPr>
          <p:nvPr/>
        </p:nvSpPr>
        <p:spPr>
          <a:xfrm xmlns:a="http://schemas.openxmlformats.org/drawingml/2006/main">
            <a:off x="838200" y="184785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0F1720"/>
                </a:solidFill>
              </a:defRPr>
            </a:pPr>
            <a:r>
              <a:rPr sz="1125" b="1">
                <a:solidFill>
                  <a:srgbClr val="0F1720"/>
                </a:solidFill>
              </a:rPr>
              <a:t>対応内容・備考：寄附額と商品名の修正をお願いします。</a:t>
            </a:r>
          </a:p>
        </p:txBody>
      </p:sp>
      <p:sp>
        <p:nvSpPr>
          <p:cNvPr id="7" name="">
            <a:extLst xmlns:a="http://schemas.openxmlformats.org/drawingml/2006/main">
              <a:ext uri="{FF2B5EF4-FFF2-40B4-BE49-F238E27FC236}">
                <a16:creationId xmlns:a16="http://schemas.microsoft.com/office/drawing/2014/main" id="{59A56E09-3F4A-475B-ADC4-8219C46CDA46}"/>
              </a:ext>
            </a:extLst>
          </p:cNvPr>
          <p:cNvSpPr>
            <a:spLocks xmlns:a="http://schemas.openxmlformats.org/drawingml/2006/main" noGrp="1"/>
          </p:cNvSpPr>
          <p:nvPr/>
        </p:nvSpPr>
        <p:spPr>
          <a:xfrm xmlns:a="http://schemas.openxmlformats.org/drawingml/2006/main">
            <a:off x="838200" y="2266950"/>
            <a:ext cx="11430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relpkw">
            <a:extLst xmlns:a="http://schemas.openxmlformats.org/drawingml/2006/main">
              <a:ext uri="{FF2B5EF4-FFF2-40B4-BE49-F238E27FC236}">
                <a16:creationId xmlns:a16="http://schemas.microsoft.com/office/drawing/2014/main" id="{FFC5189B-BB11-4314-9A9A-7CA45B7D28C1}"/>
              </a:ext>
            </a:extLst>
          </p:cNvPr>
          <p:cNvSpPr>
            <a:spLocks xmlns:a="http://schemas.openxmlformats.org/drawingml/2006/main" noGrp="1"/>
          </p:cNvSpPr>
          <p:nvPr/>
        </p:nvSpPr>
        <p:spPr>
          <a:xfrm xmlns:a="http://schemas.openxmlformats.org/drawingml/2006/main">
            <a:off x="914400" y="2266950"/>
            <a:ext cx="99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変更項目</a:t>
            </a:r>
          </a:p>
        </p:txBody>
      </p:sp>
      <p:sp>
        <p:nvSpPr>
          <p:cNvPr id="9" name="">
            <a:extLst xmlns:a="http://schemas.openxmlformats.org/drawingml/2006/main">
              <a:ext uri="{FF2B5EF4-FFF2-40B4-BE49-F238E27FC236}">
                <a16:creationId xmlns:a16="http://schemas.microsoft.com/office/drawing/2014/main" id="{DED1490D-59C3-4A52-8B76-9D5A5E86AFCB}"/>
              </a:ext>
            </a:extLst>
          </p:cNvPr>
          <p:cNvSpPr>
            <a:spLocks xmlns:a="http://schemas.openxmlformats.org/drawingml/2006/main" noGrp="1"/>
          </p:cNvSpPr>
          <p:nvPr/>
        </p:nvSpPr>
        <p:spPr>
          <a:xfrm xmlns:a="http://schemas.openxmlformats.org/drawingml/2006/main">
            <a:off x="1981200" y="2266950"/>
            <a:ext cx="2714625"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47d05g">
            <a:extLst xmlns:a="http://schemas.openxmlformats.org/drawingml/2006/main">
              <a:ext uri="{FF2B5EF4-FFF2-40B4-BE49-F238E27FC236}">
                <a16:creationId xmlns:a16="http://schemas.microsoft.com/office/drawing/2014/main" id="{CB4E71E1-3DBB-466C-85F2-4D4D6FFC3FE1}"/>
              </a:ext>
            </a:extLst>
          </p:cNvPr>
          <p:cNvSpPr>
            <a:spLocks xmlns:a="http://schemas.openxmlformats.org/drawingml/2006/main" noGrp="1"/>
          </p:cNvSpPr>
          <p:nvPr/>
        </p:nvSpPr>
        <p:spPr>
          <a:xfrm xmlns:a="http://schemas.openxmlformats.org/drawingml/2006/main">
            <a:off x="2057400" y="2266950"/>
            <a:ext cx="2562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現在値</a:t>
            </a:r>
          </a:p>
        </p:txBody>
      </p:sp>
      <p:sp>
        <p:nvSpPr>
          <p:cNvPr id="11" name="">
            <a:extLst xmlns:a="http://schemas.openxmlformats.org/drawingml/2006/main">
              <a:ext uri="{FF2B5EF4-FFF2-40B4-BE49-F238E27FC236}">
                <a16:creationId xmlns:a16="http://schemas.microsoft.com/office/drawing/2014/main" id="{96A507D0-7ADA-4E3F-BBDF-83F1923A8D7F}"/>
              </a:ext>
            </a:extLst>
          </p:cNvPr>
          <p:cNvSpPr>
            <a:spLocks xmlns:a="http://schemas.openxmlformats.org/drawingml/2006/main" noGrp="1"/>
          </p:cNvSpPr>
          <p:nvPr/>
        </p:nvSpPr>
        <p:spPr>
          <a:xfrm xmlns:a="http://schemas.openxmlformats.org/drawingml/2006/main">
            <a:off x="4695825" y="2266950"/>
            <a:ext cx="2714625"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2" name="text-3affo0">
            <a:extLst xmlns:a="http://schemas.openxmlformats.org/drawingml/2006/main">
              <a:ext uri="{FF2B5EF4-FFF2-40B4-BE49-F238E27FC236}">
                <a16:creationId xmlns:a16="http://schemas.microsoft.com/office/drawing/2014/main" id="{48BF60B5-7F03-4C9B-B295-DACD4538EEB1}"/>
              </a:ext>
            </a:extLst>
          </p:cNvPr>
          <p:cNvSpPr>
            <a:spLocks xmlns:a="http://schemas.openxmlformats.org/drawingml/2006/main" noGrp="1"/>
          </p:cNvSpPr>
          <p:nvPr/>
        </p:nvSpPr>
        <p:spPr>
          <a:xfrm xmlns:a="http://schemas.openxmlformats.org/drawingml/2006/main">
            <a:off x="4772025" y="2266950"/>
            <a:ext cx="2562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更新後</a:t>
            </a:r>
          </a:p>
        </p:txBody>
      </p:sp>
      <p:sp>
        <p:nvSpPr>
          <p:cNvPr id="13" name="">
            <a:extLst xmlns:a="http://schemas.openxmlformats.org/drawingml/2006/main">
              <a:ext uri="{FF2B5EF4-FFF2-40B4-BE49-F238E27FC236}">
                <a16:creationId xmlns:a16="http://schemas.microsoft.com/office/drawing/2014/main" id="{D0262EDA-0050-49ED-9EBC-C1A5EB8E905C}"/>
              </a:ext>
            </a:extLst>
          </p:cNvPr>
          <p:cNvSpPr>
            <a:spLocks xmlns:a="http://schemas.openxmlformats.org/drawingml/2006/main" noGrp="1"/>
          </p:cNvSpPr>
          <p:nvPr/>
        </p:nvSpPr>
        <p:spPr>
          <a:xfrm xmlns:a="http://schemas.openxmlformats.org/drawingml/2006/main">
            <a:off x="838200" y="2628900"/>
            <a:ext cx="1143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piu4n1">
            <a:extLst xmlns:a="http://schemas.openxmlformats.org/drawingml/2006/main">
              <a:ext uri="{FF2B5EF4-FFF2-40B4-BE49-F238E27FC236}">
                <a16:creationId xmlns:a16="http://schemas.microsoft.com/office/drawing/2014/main" id="{74E4C188-18EF-484E-8ABE-116A1F17A536}"/>
              </a:ext>
            </a:extLst>
          </p:cNvPr>
          <p:cNvSpPr>
            <a:spLocks xmlns:a="http://schemas.openxmlformats.org/drawingml/2006/main" noGrp="1"/>
          </p:cNvSpPr>
          <p:nvPr/>
        </p:nvSpPr>
        <p:spPr>
          <a:xfrm xmlns:a="http://schemas.openxmlformats.org/drawingml/2006/main">
            <a:off x="914400" y="2657475"/>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品番</a:t>
            </a:r>
          </a:p>
        </p:txBody>
      </p:sp>
      <p:sp>
        <p:nvSpPr>
          <p:cNvPr id="15" name="">
            <a:extLst xmlns:a="http://schemas.openxmlformats.org/drawingml/2006/main">
              <a:ext uri="{FF2B5EF4-FFF2-40B4-BE49-F238E27FC236}">
                <a16:creationId xmlns:a16="http://schemas.microsoft.com/office/drawing/2014/main" id="{C7451973-99C8-4036-A7AE-0B968BA7B5C6}"/>
              </a:ext>
            </a:extLst>
          </p:cNvPr>
          <p:cNvSpPr>
            <a:spLocks xmlns:a="http://schemas.openxmlformats.org/drawingml/2006/main" noGrp="1"/>
          </p:cNvSpPr>
          <p:nvPr/>
        </p:nvSpPr>
        <p:spPr>
          <a:xfrm xmlns:a="http://schemas.openxmlformats.org/drawingml/2006/main">
            <a:off x="1981200" y="2628900"/>
            <a:ext cx="2714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82sikw">
            <a:extLst xmlns:a="http://schemas.openxmlformats.org/drawingml/2006/main">
              <a:ext uri="{FF2B5EF4-FFF2-40B4-BE49-F238E27FC236}">
                <a16:creationId xmlns:a16="http://schemas.microsoft.com/office/drawing/2014/main" id="{C9AE29DD-3706-434D-8D12-C419760C7BAF}"/>
              </a:ext>
            </a:extLst>
          </p:cNvPr>
          <p:cNvSpPr>
            <a:spLocks xmlns:a="http://schemas.openxmlformats.org/drawingml/2006/main" noGrp="1"/>
          </p:cNvSpPr>
          <p:nvPr/>
        </p:nvSpPr>
        <p:spPr>
          <a:xfrm xmlns:a="http://schemas.openxmlformats.org/drawingml/2006/main">
            <a:off x="2057400" y="26574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F4N-2714</a:t>
            </a:r>
          </a:p>
        </p:txBody>
      </p:sp>
      <p:sp>
        <p:nvSpPr>
          <p:cNvPr id="17" name="">
            <a:extLst xmlns:a="http://schemas.openxmlformats.org/drawingml/2006/main">
              <a:ext uri="{FF2B5EF4-FFF2-40B4-BE49-F238E27FC236}">
                <a16:creationId xmlns:a16="http://schemas.microsoft.com/office/drawing/2014/main" id="{2E1BB881-9C27-49F6-AE26-9E2F7CB40FEC}"/>
              </a:ext>
            </a:extLst>
          </p:cNvPr>
          <p:cNvSpPr>
            <a:spLocks xmlns:a="http://schemas.openxmlformats.org/drawingml/2006/main" noGrp="1"/>
          </p:cNvSpPr>
          <p:nvPr/>
        </p:nvSpPr>
        <p:spPr>
          <a:xfrm xmlns:a="http://schemas.openxmlformats.org/drawingml/2006/main">
            <a:off x="4695825" y="2628900"/>
            <a:ext cx="2714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8" name="text-fh5fza">
            <a:extLst xmlns:a="http://schemas.openxmlformats.org/drawingml/2006/main">
              <a:ext uri="{FF2B5EF4-FFF2-40B4-BE49-F238E27FC236}">
                <a16:creationId xmlns:a16="http://schemas.microsoft.com/office/drawing/2014/main" id="{2A7D17EF-DF75-47F9-896D-42243AD632B5}"/>
              </a:ext>
            </a:extLst>
          </p:cNvPr>
          <p:cNvSpPr>
            <a:spLocks xmlns:a="http://schemas.openxmlformats.org/drawingml/2006/main" noGrp="1"/>
          </p:cNvSpPr>
          <p:nvPr/>
        </p:nvSpPr>
        <p:spPr>
          <a:xfrm xmlns:a="http://schemas.openxmlformats.org/drawingml/2006/main">
            <a:off x="4772025" y="26574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品番を取得してください</a:t>
            </a:r>
          </a:p>
        </p:txBody>
      </p:sp>
      <p:sp>
        <p:nvSpPr>
          <p:cNvPr id="19" name="">
            <a:extLst xmlns:a="http://schemas.openxmlformats.org/drawingml/2006/main">
              <a:ext uri="{FF2B5EF4-FFF2-40B4-BE49-F238E27FC236}">
                <a16:creationId xmlns:a16="http://schemas.microsoft.com/office/drawing/2014/main" id="{8856A00F-8261-42D4-B09C-D9FEBACC7F86}"/>
              </a:ext>
            </a:extLst>
          </p:cNvPr>
          <p:cNvSpPr>
            <a:spLocks xmlns:a="http://schemas.openxmlformats.org/drawingml/2006/main" noGrp="1"/>
          </p:cNvSpPr>
          <p:nvPr/>
        </p:nvSpPr>
        <p:spPr>
          <a:xfrm xmlns:a="http://schemas.openxmlformats.org/drawingml/2006/main">
            <a:off x="838200" y="3086100"/>
            <a:ext cx="1143000" cy="4572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2fk4r1">
            <a:extLst xmlns:a="http://schemas.openxmlformats.org/drawingml/2006/main">
              <a:ext uri="{FF2B5EF4-FFF2-40B4-BE49-F238E27FC236}">
                <a16:creationId xmlns:a16="http://schemas.microsoft.com/office/drawing/2014/main" id="{0EEDF6C8-6971-4D90-84E1-E47EDD06137C}"/>
              </a:ext>
            </a:extLst>
          </p:cNvPr>
          <p:cNvSpPr>
            <a:spLocks xmlns:a="http://schemas.openxmlformats.org/drawingml/2006/main" noGrp="1"/>
          </p:cNvSpPr>
          <p:nvPr/>
        </p:nvSpPr>
        <p:spPr>
          <a:xfrm xmlns:a="http://schemas.openxmlformats.org/drawingml/2006/main">
            <a:off x="914400" y="3114675"/>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商品名</a:t>
            </a:r>
          </a:p>
        </p:txBody>
      </p:sp>
      <p:sp>
        <p:nvSpPr>
          <p:cNvPr id="21" name="">
            <a:extLst xmlns:a="http://schemas.openxmlformats.org/drawingml/2006/main">
              <a:ext uri="{FF2B5EF4-FFF2-40B4-BE49-F238E27FC236}">
                <a16:creationId xmlns:a16="http://schemas.microsoft.com/office/drawing/2014/main" id="{EBECBAAA-B536-4EE2-B54A-9C3705ABB83C}"/>
              </a:ext>
            </a:extLst>
          </p:cNvPr>
          <p:cNvSpPr>
            <a:spLocks xmlns:a="http://schemas.openxmlformats.org/drawingml/2006/main" noGrp="1"/>
          </p:cNvSpPr>
          <p:nvPr/>
        </p:nvSpPr>
        <p:spPr>
          <a:xfrm xmlns:a="http://schemas.openxmlformats.org/drawingml/2006/main">
            <a:off x="1981200" y="3086100"/>
            <a:ext cx="2714625" cy="4572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u99eld">
            <a:extLst xmlns:a="http://schemas.openxmlformats.org/drawingml/2006/main">
              <a:ext uri="{FF2B5EF4-FFF2-40B4-BE49-F238E27FC236}">
                <a16:creationId xmlns:a16="http://schemas.microsoft.com/office/drawing/2014/main" id="{8B09EA00-339F-4EE5-BBAA-38D79CBC815A}"/>
              </a:ext>
            </a:extLst>
          </p:cNvPr>
          <p:cNvSpPr>
            <a:spLocks xmlns:a="http://schemas.openxmlformats.org/drawingml/2006/main" noGrp="1"/>
          </p:cNvSpPr>
          <p:nvPr/>
        </p:nvSpPr>
        <p:spPr>
          <a:xfrm xmlns:a="http://schemas.openxmlformats.org/drawingml/2006/main">
            <a:off x="2057400" y="31146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純米吟醸 720ml F4N-2714</a:t>
            </a:r>
          </a:p>
        </p:txBody>
      </p:sp>
      <p:sp>
        <p:nvSpPr>
          <p:cNvPr id="23" name="">
            <a:extLst xmlns:a="http://schemas.openxmlformats.org/drawingml/2006/main">
              <a:ext uri="{FF2B5EF4-FFF2-40B4-BE49-F238E27FC236}">
                <a16:creationId xmlns:a16="http://schemas.microsoft.com/office/drawing/2014/main" id="{5CC86D1E-743E-42B1-948B-B6F918859263}"/>
              </a:ext>
            </a:extLst>
          </p:cNvPr>
          <p:cNvSpPr>
            <a:spLocks xmlns:a="http://schemas.openxmlformats.org/drawingml/2006/main" noGrp="1"/>
          </p:cNvSpPr>
          <p:nvPr/>
        </p:nvSpPr>
        <p:spPr>
          <a:xfrm xmlns:a="http://schemas.openxmlformats.org/drawingml/2006/main">
            <a:off x="4695825" y="3086100"/>
            <a:ext cx="2714625" cy="4572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4" name="text-02atx1">
            <a:extLst xmlns:a="http://schemas.openxmlformats.org/drawingml/2006/main">
              <a:ext uri="{FF2B5EF4-FFF2-40B4-BE49-F238E27FC236}">
                <a16:creationId xmlns:a16="http://schemas.microsoft.com/office/drawing/2014/main" id="{A44942F8-880B-48DB-969F-F8D96780754E}"/>
              </a:ext>
            </a:extLst>
          </p:cNvPr>
          <p:cNvSpPr>
            <a:spLocks xmlns:a="http://schemas.openxmlformats.org/drawingml/2006/main" noGrp="1"/>
          </p:cNvSpPr>
          <p:nvPr/>
        </p:nvSpPr>
        <p:spPr>
          <a:xfrm xmlns:a="http://schemas.openxmlformats.org/drawingml/2006/main">
            <a:off x="4772025" y="31146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純米吟醸 720ml</a:t>
            </a:r>
          </a:p>
        </p:txBody>
      </p:sp>
      <p:sp>
        <p:nvSpPr>
          <p:cNvPr id="25" name="">
            <a:extLst xmlns:a="http://schemas.openxmlformats.org/drawingml/2006/main">
              <a:ext uri="{FF2B5EF4-FFF2-40B4-BE49-F238E27FC236}">
                <a16:creationId xmlns:a16="http://schemas.microsoft.com/office/drawing/2014/main" id="{D681FC22-5C2D-4465-9EC1-A4082E24327A}"/>
              </a:ext>
            </a:extLst>
          </p:cNvPr>
          <p:cNvSpPr>
            <a:spLocks xmlns:a="http://schemas.openxmlformats.org/drawingml/2006/main" noGrp="1"/>
          </p:cNvSpPr>
          <p:nvPr/>
        </p:nvSpPr>
        <p:spPr>
          <a:xfrm xmlns:a="http://schemas.openxmlformats.org/drawingml/2006/main">
            <a:off x="838200" y="3543300"/>
            <a:ext cx="1143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00l8mp">
            <a:extLst xmlns:a="http://schemas.openxmlformats.org/drawingml/2006/main">
              <a:ext uri="{FF2B5EF4-FFF2-40B4-BE49-F238E27FC236}">
                <a16:creationId xmlns:a16="http://schemas.microsoft.com/office/drawing/2014/main" id="{3CF75EAA-D791-4020-9500-A4C6687CDE1B}"/>
              </a:ext>
            </a:extLst>
          </p:cNvPr>
          <p:cNvSpPr>
            <a:spLocks xmlns:a="http://schemas.openxmlformats.org/drawingml/2006/main" noGrp="1"/>
          </p:cNvSpPr>
          <p:nvPr/>
        </p:nvSpPr>
        <p:spPr>
          <a:xfrm xmlns:a="http://schemas.openxmlformats.org/drawingml/2006/main">
            <a:off x="914400" y="3571875"/>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寄附額</a:t>
            </a:r>
          </a:p>
        </p:txBody>
      </p:sp>
      <p:sp>
        <p:nvSpPr>
          <p:cNvPr id="27" name="">
            <a:extLst xmlns:a="http://schemas.openxmlformats.org/drawingml/2006/main">
              <a:ext uri="{FF2B5EF4-FFF2-40B4-BE49-F238E27FC236}">
                <a16:creationId xmlns:a16="http://schemas.microsoft.com/office/drawing/2014/main" id="{B80F5B39-D28C-4EF8-A1DD-0FFCC34DF464}"/>
              </a:ext>
            </a:extLst>
          </p:cNvPr>
          <p:cNvSpPr>
            <a:spLocks xmlns:a="http://schemas.openxmlformats.org/drawingml/2006/main" noGrp="1"/>
          </p:cNvSpPr>
          <p:nvPr/>
        </p:nvSpPr>
        <p:spPr>
          <a:xfrm xmlns:a="http://schemas.openxmlformats.org/drawingml/2006/main">
            <a:off x="1981200" y="3543300"/>
            <a:ext cx="2714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t2f455">
            <a:extLst xmlns:a="http://schemas.openxmlformats.org/drawingml/2006/main">
              <a:ext uri="{FF2B5EF4-FFF2-40B4-BE49-F238E27FC236}">
                <a16:creationId xmlns:a16="http://schemas.microsoft.com/office/drawing/2014/main" id="{4188F1B6-3ED3-4A65-8245-E13161A6A99F}"/>
              </a:ext>
            </a:extLst>
          </p:cNvPr>
          <p:cNvSpPr>
            <a:spLocks xmlns:a="http://schemas.openxmlformats.org/drawingml/2006/main" noGrp="1"/>
          </p:cNvSpPr>
          <p:nvPr/>
        </p:nvSpPr>
        <p:spPr>
          <a:xfrm xmlns:a="http://schemas.openxmlformats.org/drawingml/2006/main">
            <a:off x="2057400" y="35718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14,000</a:t>
            </a:r>
          </a:p>
        </p:txBody>
      </p:sp>
      <p:sp>
        <p:nvSpPr>
          <p:cNvPr id="29" name="">
            <a:extLst xmlns:a="http://schemas.openxmlformats.org/drawingml/2006/main">
              <a:ext uri="{FF2B5EF4-FFF2-40B4-BE49-F238E27FC236}">
                <a16:creationId xmlns:a16="http://schemas.microsoft.com/office/drawing/2014/main" id="{700CB00A-4418-4DC4-8344-96807A85C81F}"/>
              </a:ext>
            </a:extLst>
          </p:cNvPr>
          <p:cNvSpPr>
            <a:spLocks xmlns:a="http://schemas.openxmlformats.org/drawingml/2006/main" noGrp="1"/>
          </p:cNvSpPr>
          <p:nvPr/>
        </p:nvSpPr>
        <p:spPr>
          <a:xfrm xmlns:a="http://schemas.openxmlformats.org/drawingml/2006/main">
            <a:off x="4695825" y="3543300"/>
            <a:ext cx="2714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0" name="text-fwzpwp">
            <a:extLst xmlns:a="http://schemas.openxmlformats.org/drawingml/2006/main">
              <a:ext uri="{FF2B5EF4-FFF2-40B4-BE49-F238E27FC236}">
                <a16:creationId xmlns:a16="http://schemas.microsoft.com/office/drawing/2014/main" id="{56C1DB53-DDDF-487C-AD30-EDC6ADCFF1AB}"/>
              </a:ext>
            </a:extLst>
          </p:cNvPr>
          <p:cNvSpPr>
            <a:spLocks xmlns:a="http://schemas.openxmlformats.org/drawingml/2006/main" noGrp="1"/>
          </p:cNvSpPr>
          <p:nvPr/>
        </p:nvSpPr>
        <p:spPr>
          <a:xfrm xmlns:a="http://schemas.openxmlformats.org/drawingml/2006/main">
            <a:off x="4772025" y="35718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20,000</a:t>
            </a:r>
          </a:p>
        </p:txBody>
      </p:sp>
      <p:sp>
        <p:nvSpPr>
          <p:cNvPr id="31" name="">
            <a:extLst xmlns:a="http://schemas.openxmlformats.org/drawingml/2006/main">
              <a:ext uri="{FF2B5EF4-FFF2-40B4-BE49-F238E27FC236}">
                <a16:creationId xmlns:a16="http://schemas.microsoft.com/office/drawing/2014/main" id="{8B66C5E0-1026-487A-BB9C-F4A450979275}"/>
              </a:ext>
            </a:extLst>
          </p:cNvPr>
          <p:cNvSpPr>
            <a:spLocks xmlns:a="http://schemas.openxmlformats.org/drawingml/2006/main" noGrp="1"/>
          </p:cNvSpPr>
          <p:nvPr/>
        </p:nvSpPr>
        <p:spPr>
          <a:xfrm xmlns:a="http://schemas.openxmlformats.org/drawingml/2006/main">
            <a:off x="838200" y="4000500"/>
            <a:ext cx="1143000" cy="4572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vhlsp5">
            <a:extLst xmlns:a="http://schemas.openxmlformats.org/drawingml/2006/main">
              <a:ext uri="{FF2B5EF4-FFF2-40B4-BE49-F238E27FC236}">
                <a16:creationId xmlns:a16="http://schemas.microsoft.com/office/drawing/2014/main" id="{334B4795-F0C6-49B8-A6B9-1AE4617C78E9}"/>
              </a:ext>
            </a:extLst>
          </p:cNvPr>
          <p:cNvSpPr>
            <a:spLocks xmlns:a="http://schemas.openxmlformats.org/drawingml/2006/main" noGrp="1"/>
          </p:cNvSpPr>
          <p:nvPr/>
        </p:nvSpPr>
        <p:spPr>
          <a:xfrm xmlns:a="http://schemas.openxmlformats.org/drawingml/2006/main">
            <a:off x="914400" y="4029075"/>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商品代</a:t>
            </a:r>
          </a:p>
        </p:txBody>
      </p:sp>
      <p:sp>
        <p:nvSpPr>
          <p:cNvPr id="33" name="">
            <a:extLst xmlns:a="http://schemas.openxmlformats.org/drawingml/2006/main">
              <a:ext uri="{FF2B5EF4-FFF2-40B4-BE49-F238E27FC236}">
                <a16:creationId xmlns:a16="http://schemas.microsoft.com/office/drawing/2014/main" id="{B8AD2463-E2B9-4B04-885C-2972C242E355}"/>
              </a:ext>
            </a:extLst>
          </p:cNvPr>
          <p:cNvSpPr>
            <a:spLocks xmlns:a="http://schemas.openxmlformats.org/drawingml/2006/main" noGrp="1"/>
          </p:cNvSpPr>
          <p:nvPr/>
        </p:nvSpPr>
        <p:spPr>
          <a:xfrm xmlns:a="http://schemas.openxmlformats.org/drawingml/2006/main">
            <a:off x="1981200" y="4000500"/>
            <a:ext cx="2714625" cy="4572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stot3g">
            <a:extLst xmlns:a="http://schemas.openxmlformats.org/drawingml/2006/main">
              <a:ext uri="{FF2B5EF4-FFF2-40B4-BE49-F238E27FC236}">
                <a16:creationId xmlns:a16="http://schemas.microsoft.com/office/drawing/2014/main" id="{0E625A3D-FE77-496C-992A-41C32ED64EF0}"/>
              </a:ext>
            </a:extLst>
          </p:cNvPr>
          <p:cNvSpPr>
            <a:spLocks xmlns:a="http://schemas.openxmlformats.org/drawingml/2006/main" noGrp="1"/>
          </p:cNvSpPr>
          <p:nvPr/>
        </p:nvSpPr>
        <p:spPr>
          <a:xfrm xmlns:a="http://schemas.openxmlformats.org/drawingml/2006/main">
            <a:off x="2057400" y="40290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a:t>
            </a:r>
          </a:p>
        </p:txBody>
      </p:sp>
      <p:sp>
        <p:nvSpPr>
          <p:cNvPr id="35" name="">
            <a:extLst xmlns:a="http://schemas.openxmlformats.org/drawingml/2006/main">
              <a:ext uri="{FF2B5EF4-FFF2-40B4-BE49-F238E27FC236}">
                <a16:creationId xmlns:a16="http://schemas.microsoft.com/office/drawing/2014/main" id="{E41CA303-89BB-4E3E-8FB3-E9FA870728D1}"/>
              </a:ext>
            </a:extLst>
          </p:cNvPr>
          <p:cNvSpPr>
            <a:spLocks xmlns:a="http://schemas.openxmlformats.org/drawingml/2006/main" noGrp="1"/>
          </p:cNvSpPr>
          <p:nvPr/>
        </p:nvSpPr>
        <p:spPr>
          <a:xfrm xmlns:a="http://schemas.openxmlformats.org/drawingml/2006/main">
            <a:off x="4695825" y="4000500"/>
            <a:ext cx="2714625" cy="4572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6" name="text-ncjml9">
            <a:extLst xmlns:a="http://schemas.openxmlformats.org/drawingml/2006/main">
              <a:ext uri="{FF2B5EF4-FFF2-40B4-BE49-F238E27FC236}">
                <a16:creationId xmlns:a16="http://schemas.microsoft.com/office/drawing/2014/main" id="{3579D5CD-69A3-48A5-9883-12BECBAB1A62}"/>
              </a:ext>
            </a:extLst>
          </p:cNvPr>
          <p:cNvSpPr>
            <a:spLocks xmlns:a="http://schemas.openxmlformats.org/drawingml/2006/main" noGrp="1"/>
          </p:cNvSpPr>
          <p:nvPr/>
        </p:nvSpPr>
        <p:spPr>
          <a:xfrm xmlns:a="http://schemas.openxmlformats.org/drawingml/2006/main">
            <a:off x="4772025" y="4029075"/>
            <a:ext cx="2562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8,000（変更後商品代）</a:t>
            </a:r>
          </a:p>
        </p:txBody>
      </p:sp>
      <p:sp>
        <p:nvSpPr>
          <p:cNvPr id="37" name="text-703odj">
            <a:extLst xmlns:a="http://schemas.openxmlformats.org/drawingml/2006/main">
              <a:ext uri="{FF2B5EF4-FFF2-40B4-BE49-F238E27FC236}">
                <a16:creationId xmlns:a16="http://schemas.microsoft.com/office/drawing/2014/main" id="{1FC3EEDB-812D-414E-A302-D30B1F6BDDC4}"/>
              </a:ext>
            </a:extLst>
          </p:cNvPr>
          <p:cNvSpPr>
            <a:spLocks xmlns:a="http://schemas.openxmlformats.org/drawingml/2006/main" noGrp="1"/>
          </p:cNvSpPr>
          <p:nvPr/>
        </p:nvSpPr>
        <p:spPr>
          <a:xfrm xmlns:a="http://schemas.openxmlformats.org/drawingml/2006/main">
            <a:off x="838200" y="48006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0F1720"/>
                </a:solidFill>
              </a:defRPr>
            </a:pPr>
            <a:r>
              <a:rPr sz="1050" b="0">
                <a:solidFill>
                  <a:srgbClr val="0F1720"/>
                </a:solidFill>
              </a:rPr>
              <a:t>画像修正指示：サムネイルの容量表記を変更</a:t>
            </a:r>
          </a:p>
        </p:txBody>
      </p:sp>
      <p:sp>
        <p:nvSpPr>
          <p:cNvPr id="38" name="text-wazro4">
            <a:extLst xmlns:a="http://schemas.openxmlformats.org/drawingml/2006/main">
              <a:ext uri="{FF2B5EF4-FFF2-40B4-BE49-F238E27FC236}">
                <a16:creationId xmlns:a16="http://schemas.microsoft.com/office/drawing/2014/main" id="{B180E36A-0099-43EF-8705-EE21F67901F8}"/>
              </a:ext>
            </a:extLst>
          </p:cNvPr>
          <p:cNvSpPr>
            <a:spLocks xmlns:a="http://schemas.openxmlformats.org/drawingml/2006/main" noGrp="1"/>
          </p:cNvSpPr>
          <p:nvPr/>
        </p:nvSpPr>
        <p:spPr>
          <a:xfrm xmlns:a="http://schemas.openxmlformats.org/drawingml/2006/main">
            <a:off x="838200" y="531495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0F1720"/>
                </a:solidFill>
              </a:defRPr>
            </a:pPr>
            <a:r>
              <a:rPr sz="1050" b="0">
                <a:solidFill>
                  <a:srgbClr val="0F1720"/>
                </a:solidFill>
              </a:rPr>
              <a:t>BOX URL：https://app.box.com/...</a:t>
            </a:r>
          </a:p>
        </p:txBody>
      </p:sp>
      <p:sp>
        <p:nvSpPr>
          <p:cNvPr id="39" name="">
            <a:extLst xmlns:a="http://schemas.openxmlformats.org/drawingml/2006/main">
              <a:ext uri="{FF2B5EF4-FFF2-40B4-BE49-F238E27FC236}">
                <a16:creationId xmlns:a16="http://schemas.microsoft.com/office/drawing/2014/main" id="{CA22DBBE-C0DE-4F81-9673-E7F18D5DA3DD}"/>
              </a:ext>
            </a:extLst>
          </p:cNvPr>
          <p:cNvSpPr>
            <a:spLocks xmlns:a="http://schemas.openxmlformats.org/drawingml/2006/main" noGrp="1"/>
          </p:cNvSpPr>
          <p:nvPr/>
        </p:nvSpPr>
        <p:spPr>
          <a:xfrm xmlns:a="http://schemas.openxmlformats.org/drawingml/2006/main">
            <a:off x="8096250" y="1695450"/>
            <a:ext cx="3238500" cy="432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0" name="text-vj8unt">
            <a:extLst xmlns:a="http://schemas.openxmlformats.org/drawingml/2006/main">
              <a:ext uri="{FF2B5EF4-FFF2-40B4-BE49-F238E27FC236}">
                <a16:creationId xmlns:a16="http://schemas.microsoft.com/office/drawing/2014/main" id="{3AB861D6-7CE5-4AB8-A29C-DDAC26624BBF}"/>
              </a:ext>
            </a:extLst>
          </p:cNvPr>
          <p:cNvSpPr>
            <a:spLocks xmlns:a="http://schemas.openxmlformats.org/drawingml/2006/main" noGrp="1"/>
          </p:cNvSpPr>
          <p:nvPr/>
        </p:nvSpPr>
        <p:spPr>
          <a:xfrm xmlns:a="http://schemas.openxmlformats.org/drawingml/2006/main">
            <a:off x="8324850" y="18859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F1720"/>
                </a:solidFill>
              </a:defRPr>
            </a:pPr>
            <a:r>
              <a:rPr sz="1575" b="1">
                <a:solidFill>
                  <a:srgbClr val="0F1720"/>
                </a:solidFill>
              </a:rPr>
              <a:t>表示ルール</a:t>
            </a:r>
          </a:p>
        </p:txBody>
      </p:sp>
      <p:sp>
        <p:nvSpPr>
          <p:cNvPr id="41" name="">
            <a:extLst xmlns:a="http://schemas.openxmlformats.org/drawingml/2006/main">
              <a:ext uri="{FF2B5EF4-FFF2-40B4-BE49-F238E27FC236}">
                <a16:creationId xmlns:a16="http://schemas.microsoft.com/office/drawing/2014/main" id="{10B4A658-8485-41F6-93B1-624424B34582}"/>
              </a:ext>
            </a:extLst>
          </p:cNvPr>
          <p:cNvSpPr>
            <a:spLocks xmlns:a="http://schemas.openxmlformats.org/drawingml/2006/main" noGrp="1"/>
          </p:cNvSpPr>
          <p:nvPr/>
        </p:nvSpPr>
        <p:spPr>
          <a:xfrm xmlns:a="http://schemas.openxmlformats.org/drawingml/2006/main">
            <a:off x="8324850" y="246697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42" name="text-kgghf1">
            <a:extLst xmlns:a="http://schemas.openxmlformats.org/drawingml/2006/main">
              <a:ext uri="{FF2B5EF4-FFF2-40B4-BE49-F238E27FC236}">
                <a16:creationId xmlns:a16="http://schemas.microsoft.com/office/drawing/2014/main" id="{8E2CF84F-8DD2-420A-B5B2-A482A1A48845}"/>
              </a:ext>
            </a:extLst>
          </p:cNvPr>
          <p:cNvSpPr>
            <a:spLocks xmlns:a="http://schemas.openxmlformats.org/drawingml/2006/main" noGrp="1"/>
          </p:cNvSpPr>
          <p:nvPr/>
        </p:nvSpPr>
        <p:spPr>
          <a:xfrm xmlns:a="http://schemas.openxmlformats.org/drawingml/2006/main">
            <a:off x="8534400" y="23622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品番・商品名は固定</a:t>
            </a:r>
          </a:p>
        </p:txBody>
      </p:sp>
      <p:sp>
        <p:nvSpPr>
          <p:cNvPr id="43" name="">
            <a:extLst xmlns:a="http://schemas.openxmlformats.org/drawingml/2006/main">
              <a:ext uri="{FF2B5EF4-FFF2-40B4-BE49-F238E27FC236}">
                <a16:creationId xmlns:a16="http://schemas.microsoft.com/office/drawing/2014/main" id="{07C6D4A3-F0DF-422A-9CA4-C91952B5D528}"/>
              </a:ext>
            </a:extLst>
          </p:cNvPr>
          <p:cNvSpPr>
            <a:spLocks xmlns:a="http://schemas.openxmlformats.org/drawingml/2006/main" noGrp="1"/>
          </p:cNvSpPr>
          <p:nvPr/>
        </p:nvSpPr>
        <p:spPr>
          <a:xfrm xmlns:a="http://schemas.openxmlformats.org/drawingml/2006/main">
            <a:off x="8324850" y="28479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44" name="text-ydbxqv">
            <a:extLst xmlns:a="http://schemas.openxmlformats.org/drawingml/2006/main">
              <a:ext uri="{FF2B5EF4-FFF2-40B4-BE49-F238E27FC236}">
                <a16:creationId xmlns:a16="http://schemas.microsoft.com/office/drawing/2014/main" id="{915E5EC1-9896-4C51-BBA9-0B542B156DD7}"/>
              </a:ext>
            </a:extLst>
          </p:cNvPr>
          <p:cNvSpPr>
            <a:spLocks xmlns:a="http://schemas.openxmlformats.org/drawingml/2006/main" noGrp="1"/>
          </p:cNvSpPr>
          <p:nvPr/>
        </p:nvSpPr>
        <p:spPr>
          <a:xfrm xmlns:a="http://schemas.openxmlformats.org/drawingml/2006/main">
            <a:off x="8534400" y="27432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寄附額の重複は1行に統合</a:t>
            </a:r>
          </a:p>
        </p:txBody>
      </p:sp>
      <p:sp>
        <p:nvSpPr>
          <p:cNvPr id="45" name="">
            <a:extLst xmlns:a="http://schemas.openxmlformats.org/drawingml/2006/main">
              <a:ext uri="{FF2B5EF4-FFF2-40B4-BE49-F238E27FC236}">
                <a16:creationId xmlns:a16="http://schemas.microsoft.com/office/drawing/2014/main" id="{F4E3933B-3C74-4769-8F33-72BA38B6AEE7}"/>
              </a:ext>
            </a:extLst>
          </p:cNvPr>
          <p:cNvSpPr>
            <a:spLocks xmlns:a="http://schemas.openxmlformats.org/drawingml/2006/main" noGrp="1"/>
          </p:cNvSpPr>
          <p:nvPr/>
        </p:nvSpPr>
        <p:spPr>
          <a:xfrm xmlns:a="http://schemas.openxmlformats.org/drawingml/2006/main">
            <a:off x="8324850" y="32289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46" name="text-0tol2a">
            <a:extLst xmlns:a="http://schemas.openxmlformats.org/drawingml/2006/main">
              <a:ext uri="{FF2B5EF4-FFF2-40B4-BE49-F238E27FC236}">
                <a16:creationId xmlns:a16="http://schemas.microsoft.com/office/drawing/2014/main" id="{3C95FFF1-1E28-461A-B91A-DB102A824834}"/>
              </a:ext>
            </a:extLst>
          </p:cNvPr>
          <p:cNvSpPr>
            <a:spLocks xmlns:a="http://schemas.openxmlformats.org/drawingml/2006/main" noGrp="1"/>
          </p:cNvSpPr>
          <p:nvPr/>
        </p:nvSpPr>
        <p:spPr>
          <a:xfrm xmlns:a="http://schemas.openxmlformats.org/drawingml/2006/main">
            <a:off x="8534400" y="31242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固定値・未変更項目は載せない</a:t>
            </a:r>
          </a:p>
        </p:txBody>
      </p:sp>
      <p:sp>
        <p:nvSpPr>
          <p:cNvPr id="47" name="">
            <a:extLst xmlns:a="http://schemas.openxmlformats.org/drawingml/2006/main">
              <a:ext uri="{FF2B5EF4-FFF2-40B4-BE49-F238E27FC236}">
                <a16:creationId xmlns:a16="http://schemas.microsoft.com/office/drawing/2014/main" id="{72439B74-FB32-46C5-BBEB-7A8179587B40}"/>
              </a:ext>
            </a:extLst>
          </p:cNvPr>
          <p:cNvSpPr>
            <a:spLocks xmlns:a="http://schemas.openxmlformats.org/drawingml/2006/main" noGrp="1"/>
          </p:cNvSpPr>
          <p:nvPr/>
        </p:nvSpPr>
        <p:spPr>
          <a:xfrm xmlns:a="http://schemas.openxmlformats.org/drawingml/2006/main">
            <a:off x="8324850" y="360997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48" name="text-6erkae">
            <a:extLst xmlns:a="http://schemas.openxmlformats.org/drawingml/2006/main">
              <a:ext uri="{FF2B5EF4-FFF2-40B4-BE49-F238E27FC236}">
                <a16:creationId xmlns:a16="http://schemas.microsoft.com/office/drawing/2014/main" id="{2B207161-6B2A-4727-A224-786D15BCA77C}"/>
              </a:ext>
            </a:extLst>
          </p:cNvPr>
          <p:cNvSpPr>
            <a:spLocks xmlns:a="http://schemas.openxmlformats.org/drawingml/2006/main" noGrp="1"/>
          </p:cNvSpPr>
          <p:nvPr/>
        </p:nvSpPr>
        <p:spPr>
          <a:xfrm xmlns:a="http://schemas.openxmlformats.org/drawingml/2006/main">
            <a:off x="8534400" y="35052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品番取得依頼は新品番を付けない</a:t>
            </a:r>
          </a:p>
        </p:txBody>
      </p:sp>
      <p:sp>
        <p:nvSpPr>
          <p:cNvPr id="49" name="">
            <a:extLst xmlns:a="http://schemas.openxmlformats.org/drawingml/2006/main">
              <a:ext uri="{FF2B5EF4-FFF2-40B4-BE49-F238E27FC236}">
                <a16:creationId xmlns:a16="http://schemas.microsoft.com/office/drawing/2014/main" id="{A673CE18-75FD-4FB7-A176-C50E4EE1439D}"/>
              </a:ext>
            </a:extLst>
          </p:cNvPr>
          <p:cNvSpPr>
            <a:spLocks xmlns:a="http://schemas.openxmlformats.org/drawingml/2006/main" noGrp="1"/>
          </p:cNvSpPr>
          <p:nvPr/>
        </p:nvSpPr>
        <p:spPr>
          <a:xfrm xmlns:a="http://schemas.openxmlformats.org/drawingml/2006/main">
            <a:off x="8324850" y="399097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50" name="text-gf4cxi">
            <a:extLst xmlns:a="http://schemas.openxmlformats.org/drawingml/2006/main">
              <a:ext uri="{FF2B5EF4-FFF2-40B4-BE49-F238E27FC236}">
                <a16:creationId xmlns:a16="http://schemas.microsoft.com/office/drawing/2014/main" id="{E64E89DC-905A-4598-A1B0-428AF7BD13DD}"/>
              </a:ext>
            </a:extLst>
          </p:cNvPr>
          <p:cNvSpPr>
            <a:spLocks xmlns:a="http://schemas.openxmlformats.org/drawingml/2006/main" noGrp="1"/>
          </p:cNvSpPr>
          <p:nvPr/>
        </p:nvSpPr>
        <p:spPr>
          <a:xfrm xmlns:a="http://schemas.openxmlformats.org/drawingml/2006/main">
            <a:off x="8534400" y="38862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複数商品は商品別に表を分ける</a:t>
            </a:r>
          </a:p>
        </p:txBody>
      </p:sp>
      <p:sp>
        <p:nvSpPr>
          <p:cNvPr id="51" name="">
            <a:extLst xmlns:a="http://schemas.openxmlformats.org/drawingml/2006/main">
              <a:ext uri="{FF2B5EF4-FFF2-40B4-BE49-F238E27FC236}">
                <a16:creationId xmlns:a16="http://schemas.microsoft.com/office/drawing/2014/main" id="{0819EC2A-E352-4BC2-91C7-339891D01509}"/>
              </a:ext>
            </a:extLst>
          </p:cNvPr>
          <p:cNvSpPr>
            <a:spLocks xmlns:a="http://schemas.openxmlformats.org/drawingml/2006/main" noGrp="1"/>
          </p:cNvSpPr>
          <p:nvPr/>
        </p:nvSpPr>
        <p:spPr>
          <a:xfrm xmlns:a="http://schemas.openxmlformats.org/drawingml/2006/main">
            <a:off x="8324850" y="43719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52" name="text-sy254g">
            <a:extLst xmlns:a="http://schemas.openxmlformats.org/drawingml/2006/main">
              <a:ext uri="{FF2B5EF4-FFF2-40B4-BE49-F238E27FC236}">
                <a16:creationId xmlns:a16="http://schemas.microsoft.com/office/drawing/2014/main" id="{E90DF751-72AA-4926-93BE-82A1C1A2184C}"/>
              </a:ext>
            </a:extLst>
          </p:cNvPr>
          <p:cNvSpPr>
            <a:spLocks xmlns:a="http://schemas.openxmlformats.org/drawingml/2006/main" noGrp="1"/>
          </p:cNvSpPr>
          <p:nvPr/>
        </p:nvSpPr>
        <p:spPr>
          <a:xfrm xmlns:a="http://schemas.openxmlformats.org/drawingml/2006/main">
            <a:off x="8534400" y="4267200"/>
            <a:ext cx="2457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対応内容は表より上、BOXは最下段</a:t>
            </a:r>
          </a:p>
        </p:txBody>
      </p:sp>
      <p:sp>
        <p:nvSpPr>
          <p:cNvPr id="53" name="text-m7vnfp">
            <a:extLst xmlns:a="http://schemas.openxmlformats.org/drawingml/2006/main">
              <a:ext uri="{FF2B5EF4-FFF2-40B4-BE49-F238E27FC236}">
                <a16:creationId xmlns:a16="http://schemas.microsoft.com/office/drawing/2014/main" id="{ADBE1610-E033-4C74-98C3-161A914E11A5}"/>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19</a:t>
            </a:r>
          </a:p>
        </p:txBody>
      </p:sp>
    </p:spTree>
    <p:extLst>
      <p:ext uri="{BB962C8B-B14F-4D97-AF65-F5344CB8AC3E}">
        <p14:creationId xmlns:p14="http://schemas.microsoft.com/office/powerpoint/2010/main" val="5194379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ext-hfvfl0">
            <a:extLst xmlns:a="http://schemas.openxmlformats.org/drawingml/2006/main">
              <a:ext uri="{FF2B5EF4-FFF2-40B4-BE49-F238E27FC236}">
                <a16:creationId xmlns:a16="http://schemas.microsoft.com/office/drawing/2014/main" id="{CE5B7C41-450A-4D07-BCAB-429F7C7AF6C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19 / FILES</a:t>
            </a:r>
          </a:p>
        </p:txBody>
      </p:sp>
      <p:sp>
        <p:nvSpPr>
          <p:cNvPr id="2" name="text-ymbtof">
            <a:extLst xmlns:a="http://schemas.openxmlformats.org/drawingml/2006/main">
              <a:ext uri="{FF2B5EF4-FFF2-40B4-BE49-F238E27FC236}">
                <a16:creationId xmlns:a16="http://schemas.microsoft.com/office/drawing/2014/main" id="{55BDA22F-DDA8-45BC-A7C8-5B2877AE1BEC}"/>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添付・BOX・画像指示は用途を分ける</a:t>
            </a:r>
          </a:p>
        </p:txBody>
      </p:sp>
      <p:sp>
        <p:nvSpPr>
          <p:cNvPr id="3" name="text-40u2fd">
            <a:extLst xmlns:a="http://schemas.openxmlformats.org/drawingml/2006/main">
              <a:ext uri="{FF2B5EF4-FFF2-40B4-BE49-F238E27FC236}">
                <a16:creationId xmlns:a16="http://schemas.microsoft.com/office/drawing/2014/main" id="{423D5527-8C4D-4FF2-9851-490AD5243FE8}"/>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作業者が迷わない場所へ情報を置きます。</a:t>
            </a:r>
          </a:p>
        </p:txBody>
      </p:sp>
      <p:sp>
        <p:nvSpPr>
          <p:cNvPr id="4" name="">
            <a:extLst xmlns:a="http://schemas.openxmlformats.org/drawingml/2006/main">
              <a:ext uri="{FF2B5EF4-FFF2-40B4-BE49-F238E27FC236}">
                <a16:creationId xmlns:a16="http://schemas.microsoft.com/office/drawing/2014/main" id="{C70BF41F-CCB8-40A5-90DC-4DD979BAA251}"/>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85392D72-C77F-464B-86D6-2C814460BCCA}"/>
              </a:ext>
            </a:extLst>
          </p:cNvPr>
          <p:cNvSpPr>
            <a:spLocks xmlns:a="http://schemas.openxmlformats.org/drawingml/2006/main" noGrp="1"/>
          </p:cNvSpPr>
          <p:nvPr/>
        </p:nvSpPr>
        <p:spPr>
          <a:xfrm xmlns:a="http://schemas.openxmlformats.org/drawingml/2006/main">
            <a:off x="2457450"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6" name="">
            <a:extLst xmlns:a="http://schemas.openxmlformats.org/drawingml/2006/main">
              <a:ext uri="{FF2B5EF4-FFF2-40B4-BE49-F238E27FC236}">
                <a16:creationId xmlns:a16="http://schemas.microsoft.com/office/drawing/2014/main" id="{8CA6F450-0BC7-4C9A-A103-291D07CB379F}"/>
              </a:ext>
            </a:extLst>
          </p:cNvPr>
          <p:cNvSpPr>
            <a:spLocks xmlns:a="http://schemas.openxmlformats.org/drawingml/2006/main" noGrp="1"/>
          </p:cNvSpPr>
          <p:nvPr/>
        </p:nvSpPr>
        <p:spPr>
          <a:xfrm xmlns:a="http://schemas.openxmlformats.org/drawingml/2006/main">
            <a:off x="4810125"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7" name="">
            <a:extLst xmlns:a="http://schemas.openxmlformats.org/drawingml/2006/main">
              <a:ext uri="{FF2B5EF4-FFF2-40B4-BE49-F238E27FC236}">
                <a16:creationId xmlns:a16="http://schemas.microsoft.com/office/drawing/2014/main" id="{9D65967A-8CF8-42F7-B385-B834779BB8A4}"/>
              </a:ext>
            </a:extLst>
          </p:cNvPr>
          <p:cNvSpPr>
            <a:spLocks xmlns:a="http://schemas.openxmlformats.org/drawingml/2006/main" noGrp="1"/>
          </p:cNvSpPr>
          <p:nvPr/>
        </p:nvSpPr>
        <p:spPr>
          <a:xfrm xmlns:a="http://schemas.openxmlformats.org/drawingml/2006/main">
            <a:off x="7162800"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8" name="">
            <a:extLst xmlns:a="http://schemas.openxmlformats.org/drawingml/2006/main">
              <a:ext uri="{FF2B5EF4-FFF2-40B4-BE49-F238E27FC236}">
                <a16:creationId xmlns:a16="http://schemas.microsoft.com/office/drawing/2014/main" id="{8BE4B459-9363-47E0-B5AA-4A00D51B29D4}"/>
              </a:ext>
            </a:extLst>
          </p:cNvPr>
          <p:cNvSpPr>
            <a:spLocks xmlns:a="http://schemas.openxmlformats.org/drawingml/2006/main" noGrp="1"/>
          </p:cNvSpPr>
          <p:nvPr/>
        </p:nvSpPr>
        <p:spPr>
          <a:xfrm xmlns:a="http://schemas.openxmlformats.org/drawingml/2006/main">
            <a:off x="9515475" y="266700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9" name="">
            <a:extLst xmlns:a="http://schemas.openxmlformats.org/drawingml/2006/main">
              <a:ext uri="{FF2B5EF4-FFF2-40B4-BE49-F238E27FC236}">
                <a16:creationId xmlns:a16="http://schemas.microsoft.com/office/drawing/2014/main" id="{5018ACFE-9CB9-4977-80B9-AE6AB1D0787B}"/>
              </a:ext>
            </a:extLst>
          </p:cNvPr>
          <p:cNvSpPr>
            <a:spLocks xmlns:a="http://schemas.openxmlformats.org/drawingml/2006/main" noGrp="1"/>
          </p:cNvSpPr>
          <p:nvPr/>
        </p:nvSpPr>
        <p:spPr>
          <a:xfrm xmlns:a="http://schemas.openxmlformats.org/drawingml/2006/main">
            <a:off x="36195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44C836A-725F-4459-A382-B367113EFB33}"/>
              </a:ext>
            </a:extLst>
          </p:cNvPr>
          <p:cNvSpPr>
            <a:spLocks xmlns:a="http://schemas.openxmlformats.org/drawingml/2006/main" noGrp="1"/>
          </p:cNvSpPr>
          <p:nvPr/>
        </p:nvSpPr>
        <p:spPr>
          <a:xfrm xmlns:a="http://schemas.openxmlformats.org/drawingml/2006/main">
            <a:off x="51435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1" name="text-79wezw">
            <a:extLst xmlns:a="http://schemas.openxmlformats.org/drawingml/2006/main">
              <a:ext uri="{FF2B5EF4-FFF2-40B4-BE49-F238E27FC236}">
                <a16:creationId xmlns:a16="http://schemas.microsoft.com/office/drawing/2014/main" id="{A5E3AFBD-496B-4A86-87B3-270E71A59F2C}"/>
              </a:ext>
            </a:extLst>
          </p:cNvPr>
          <p:cNvSpPr>
            <a:spLocks xmlns:a="http://schemas.openxmlformats.org/drawingml/2006/main" noGrp="1"/>
          </p:cNvSpPr>
          <p:nvPr/>
        </p:nvSpPr>
        <p:spPr>
          <a:xfrm xmlns:a="http://schemas.openxmlformats.org/drawingml/2006/main">
            <a:off x="95250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フォーム</a:t>
            </a:r>
          </a:p>
        </p:txBody>
      </p:sp>
      <p:sp>
        <p:nvSpPr>
          <p:cNvPr id="12" name="text-d6fgkr">
            <a:extLst xmlns:a="http://schemas.openxmlformats.org/drawingml/2006/main">
              <a:ext uri="{FF2B5EF4-FFF2-40B4-BE49-F238E27FC236}">
                <a16:creationId xmlns:a16="http://schemas.microsoft.com/office/drawing/2014/main" id="{2E8B7AB6-0440-4B1C-8A51-541EAEA98F7B}"/>
              </a:ext>
            </a:extLst>
          </p:cNvPr>
          <p:cNvSpPr>
            <a:spLocks xmlns:a="http://schemas.openxmlformats.org/drawingml/2006/main" noGrp="1"/>
          </p:cNvSpPr>
          <p:nvPr/>
        </p:nvSpPr>
        <p:spPr>
          <a:xfrm xmlns:a="http://schemas.openxmlformats.org/drawingml/2006/main">
            <a:off x="53340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備考・BOX・添付</a:t>
            </a:r>
          </a:p>
        </p:txBody>
      </p:sp>
      <p:sp>
        <p:nvSpPr>
          <p:cNvPr id="13" name="">
            <a:extLst xmlns:a="http://schemas.openxmlformats.org/drawingml/2006/main">
              <a:ext uri="{FF2B5EF4-FFF2-40B4-BE49-F238E27FC236}">
                <a16:creationId xmlns:a16="http://schemas.microsoft.com/office/drawing/2014/main" id="{AE8EB238-A966-426E-891F-F309CAE6E313}"/>
              </a:ext>
            </a:extLst>
          </p:cNvPr>
          <p:cNvSpPr>
            <a:spLocks xmlns:a="http://schemas.openxmlformats.org/drawingml/2006/main" noGrp="1"/>
          </p:cNvSpPr>
          <p:nvPr/>
        </p:nvSpPr>
        <p:spPr>
          <a:xfrm xmlns:a="http://schemas.openxmlformats.org/drawingml/2006/main">
            <a:off x="2714625"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CF0D9D59-0D3D-497E-A4CF-9C4CD3B06128}"/>
              </a:ext>
            </a:extLst>
          </p:cNvPr>
          <p:cNvSpPr>
            <a:spLocks xmlns:a="http://schemas.openxmlformats.org/drawingml/2006/main" noGrp="1"/>
          </p:cNvSpPr>
          <p:nvPr/>
        </p:nvSpPr>
        <p:spPr>
          <a:xfrm xmlns:a="http://schemas.openxmlformats.org/drawingml/2006/main">
            <a:off x="2867025"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5" name="text-j061ne">
            <a:extLst xmlns:a="http://schemas.openxmlformats.org/drawingml/2006/main">
              <a:ext uri="{FF2B5EF4-FFF2-40B4-BE49-F238E27FC236}">
                <a16:creationId xmlns:a16="http://schemas.microsoft.com/office/drawing/2014/main" id="{6D0241EA-E292-4AAF-A4BA-7F2BFCE62C81}"/>
              </a:ext>
            </a:extLst>
          </p:cNvPr>
          <p:cNvSpPr>
            <a:spLocks xmlns:a="http://schemas.openxmlformats.org/drawingml/2006/main" noGrp="1"/>
          </p:cNvSpPr>
          <p:nvPr/>
        </p:nvSpPr>
        <p:spPr>
          <a:xfrm xmlns:a="http://schemas.openxmlformats.org/drawingml/2006/main">
            <a:off x="3305175"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親課題</a:t>
            </a:r>
          </a:p>
        </p:txBody>
      </p:sp>
      <p:sp>
        <p:nvSpPr>
          <p:cNvPr id="16" name="text-r96ygj">
            <a:extLst xmlns:a="http://schemas.openxmlformats.org/drawingml/2006/main">
              <a:ext uri="{FF2B5EF4-FFF2-40B4-BE49-F238E27FC236}">
                <a16:creationId xmlns:a16="http://schemas.microsoft.com/office/drawing/2014/main" id="{BF1E4FBE-C2F8-4BE7-9F54-DF9B8974D5F0}"/>
              </a:ext>
            </a:extLst>
          </p:cNvPr>
          <p:cNvSpPr>
            <a:spLocks xmlns:a="http://schemas.openxmlformats.org/drawingml/2006/main" noGrp="1"/>
          </p:cNvSpPr>
          <p:nvPr/>
        </p:nvSpPr>
        <p:spPr>
          <a:xfrm xmlns:a="http://schemas.openxmlformats.org/drawingml/2006/main">
            <a:off x="288607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比較表＋Excel＋資料</a:t>
            </a:r>
          </a:p>
        </p:txBody>
      </p:sp>
      <p:sp>
        <p:nvSpPr>
          <p:cNvPr id="17" name="">
            <a:extLst xmlns:a="http://schemas.openxmlformats.org/drawingml/2006/main">
              <a:ext uri="{FF2B5EF4-FFF2-40B4-BE49-F238E27FC236}">
                <a16:creationId xmlns:a16="http://schemas.microsoft.com/office/drawing/2014/main" id="{6F96A51E-DDF3-4363-9347-355A1AEA7591}"/>
              </a:ext>
            </a:extLst>
          </p:cNvPr>
          <p:cNvSpPr>
            <a:spLocks xmlns:a="http://schemas.openxmlformats.org/drawingml/2006/main" noGrp="1"/>
          </p:cNvSpPr>
          <p:nvPr/>
        </p:nvSpPr>
        <p:spPr>
          <a:xfrm xmlns:a="http://schemas.openxmlformats.org/drawingml/2006/main">
            <a:off x="506730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B973DA3-6C38-4F8C-BB46-BF293CA1E5D9}"/>
              </a:ext>
            </a:extLst>
          </p:cNvPr>
          <p:cNvSpPr>
            <a:spLocks xmlns:a="http://schemas.openxmlformats.org/drawingml/2006/main" noGrp="1"/>
          </p:cNvSpPr>
          <p:nvPr/>
        </p:nvSpPr>
        <p:spPr>
          <a:xfrm xmlns:a="http://schemas.openxmlformats.org/drawingml/2006/main">
            <a:off x="521970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9" name="text-3r3cqp">
            <a:extLst xmlns:a="http://schemas.openxmlformats.org/drawingml/2006/main">
              <a:ext uri="{FF2B5EF4-FFF2-40B4-BE49-F238E27FC236}">
                <a16:creationId xmlns:a16="http://schemas.microsoft.com/office/drawing/2014/main" id="{565CFEBB-A982-43E5-AD96-1A2A2E92108A}"/>
              </a:ext>
            </a:extLst>
          </p:cNvPr>
          <p:cNvSpPr>
            <a:spLocks xmlns:a="http://schemas.openxmlformats.org/drawingml/2006/main" noGrp="1"/>
          </p:cNvSpPr>
          <p:nvPr/>
        </p:nvSpPr>
        <p:spPr>
          <a:xfrm xmlns:a="http://schemas.openxmlformats.org/drawingml/2006/main">
            <a:off x="565785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画像子課題</a:t>
            </a:r>
          </a:p>
        </p:txBody>
      </p:sp>
      <p:sp>
        <p:nvSpPr>
          <p:cNvPr id="20" name="text-ljtaoi">
            <a:extLst xmlns:a="http://schemas.openxmlformats.org/drawingml/2006/main">
              <a:ext uri="{FF2B5EF4-FFF2-40B4-BE49-F238E27FC236}">
                <a16:creationId xmlns:a16="http://schemas.microsoft.com/office/drawing/2014/main" id="{8CDF88BC-8CF0-43CA-9217-663ABA2BE49B}"/>
              </a:ext>
            </a:extLst>
          </p:cNvPr>
          <p:cNvSpPr>
            <a:spLocks xmlns:a="http://schemas.openxmlformats.org/drawingml/2006/main" noGrp="1"/>
          </p:cNvSpPr>
          <p:nvPr/>
        </p:nvSpPr>
        <p:spPr>
          <a:xfrm xmlns:a="http://schemas.openxmlformats.org/drawingml/2006/main">
            <a:off x="523875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商品別の画像指示</a:t>
            </a:r>
          </a:p>
        </p:txBody>
      </p:sp>
      <p:sp>
        <p:nvSpPr>
          <p:cNvPr id="21" name="">
            <a:extLst xmlns:a="http://schemas.openxmlformats.org/drawingml/2006/main">
              <a:ext uri="{FF2B5EF4-FFF2-40B4-BE49-F238E27FC236}">
                <a16:creationId xmlns:a16="http://schemas.microsoft.com/office/drawing/2014/main" id="{66CA2111-D9FE-41C4-9A25-BDAA844C7AE2}"/>
              </a:ext>
            </a:extLst>
          </p:cNvPr>
          <p:cNvSpPr>
            <a:spLocks xmlns:a="http://schemas.openxmlformats.org/drawingml/2006/main" noGrp="1"/>
          </p:cNvSpPr>
          <p:nvPr/>
        </p:nvSpPr>
        <p:spPr>
          <a:xfrm xmlns:a="http://schemas.openxmlformats.org/drawingml/2006/main">
            <a:off x="7419975"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045A71D3-40B9-4395-9CD6-C7C744F3ED97}"/>
              </a:ext>
            </a:extLst>
          </p:cNvPr>
          <p:cNvSpPr>
            <a:spLocks xmlns:a="http://schemas.openxmlformats.org/drawingml/2006/main" noGrp="1"/>
          </p:cNvSpPr>
          <p:nvPr/>
        </p:nvSpPr>
        <p:spPr>
          <a:xfrm xmlns:a="http://schemas.openxmlformats.org/drawingml/2006/main">
            <a:off x="7572375"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3" name="text-lkvz7y">
            <a:extLst xmlns:a="http://schemas.openxmlformats.org/drawingml/2006/main">
              <a:ext uri="{FF2B5EF4-FFF2-40B4-BE49-F238E27FC236}">
                <a16:creationId xmlns:a16="http://schemas.microsoft.com/office/drawing/2014/main" id="{41B48434-E8BC-4DBC-9BCD-EE429D35B6A6}"/>
              </a:ext>
            </a:extLst>
          </p:cNvPr>
          <p:cNvSpPr>
            <a:spLocks xmlns:a="http://schemas.openxmlformats.org/drawingml/2006/main" noGrp="1"/>
          </p:cNvSpPr>
          <p:nvPr/>
        </p:nvSpPr>
        <p:spPr>
          <a:xfrm xmlns:a="http://schemas.openxmlformats.org/drawingml/2006/main">
            <a:off x="8010525"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作業者</a:t>
            </a:r>
          </a:p>
        </p:txBody>
      </p:sp>
      <p:sp>
        <p:nvSpPr>
          <p:cNvPr id="24" name="text-zwi232">
            <a:extLst xmlns:a="http://schemas.openxmlformats.org/drawingml/2006/main">
              <a:ext uri="{FF2B5EF4-FFF2-40B4-BE49-F238E27FC236}">
                <a16:creationId xmlns:a16="http://schemas.microsoft.com/office/drawing/2014/main" id="{0E91680C-3C7A-47A6-9C8A-7F7E00756F5E}"/>
              </a:ext>
            </a:extLst>
          </p:cNvPr>
          <p:cNvSpPr>
            <a:spLocks xmlns:a="http://schemas.openxmlformats.org/drawingml/2006/main" noGrp="1"/>
          </p:cNvSpPr>
          <p:nvPr/>
        </p:nvSpPr>
        <p:spPr>
          <a:xfrm xmlns:a="http://schemas.openxmlformats.org/drawingml/2006/main">
            <a:off x="7591425"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BOX素材を参照</a:t>
            </a:r>
          </a:p>
        </p:txBody>
      </p:sp>
      <p:sp>
        <p:nvSpPr>
          <p:cNvPr id="25" name="">
            <a:extLst xmlns:a="http://schemas.openxmlformats.org/drawingml/2006/main">
              <a:ext uri="{FF2B5EF4-FFF2-40B4-BE49-F238E27FC236}">
                <a16:creationId xmlns:a16="http://schemas.microsoft.com/office/drawing/2014/main" id="{EC520730-B479-4DD7-B0F4-5D69926A40A6}"/>
              </a:ext>
            </a:extLst>
          </p:cNvPr>
          <p:cNvSpPr>
            <a:spLocks xmlns:a="http://schemas.openxmlformats.org/drawingml/2006/main" noGrp="1"/>
          </p:cNvSpPr>
          <p:nvPr/>
        </p:nvSpPr>
        <p:spPr>
          <a:xfrm xmlns:a="http://schemas.openxmlformats.org/drawingml/2006/main">
            <a:off x="9772650" y="207645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59E72958-A243-43D4-96C9-D7A4983EEE97}"/>
              </a:ext>
            </a:extLst>
          </p:cNvPr>
          <p:cNvSpPr>
            <a:spLocks xmlns:a="http://schemas.openxmlformats.org/drawingml/2006/main" noGrp="1"/>
          </p:cNvSpPr>
          <p:nvPr/>
        </p:nvSpPr>
        <p:spPr>
          <a:xfrm xmlns:a="http://schemas.openxmlformats.org/drawingml/2006/main">
            <a:off x="9925050" y="222885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7" name="text-2gkjrc">
            <a:extLst xmlns:a="http://schemas.openxmlformats.org/drawingml/2006/main">
              <a:ext uri="{FF2B5EF4-FFF2-40B4-BE49-F238E27FC236}">
                <a16:creationId xmlns:a16="http://schemas.microsoft.com/office/drawing/2014/main" id="{8DC6645C-6E67-498C-9E6B-20B2E3832011}"/>
              </a:ext>
            </a:extLst>
          </p:cNvPr>
          <p:cNvSpPr>
            <a:spLocks xmlns:a="http://schemas.openxmlformats.org/drawingml/2006/main" noGrp="1"/>
          </p:cNvSpPr>
          <p:nvPr/>
        </p:nvSpPr>
        <p:spPr>
          <a:xfrm xmlns:a="http://schemas.openxmlformats.org/drawingml/2006/main">
            <a:off x="10363200" y="217170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完了確認</a:t>
            </a:r>
          </a:p>
        </p:txBody>
      </p:sp>
      <p:sp>
        <p:nvSpPr>
          <p:cNvPr id="28" name="text-n28i1g">
            <a:extLst xmlns:a="http://schemas.openxmlformats.org/drawingml/2006/main">
              <a:ext uri="{FF2B5EF4-FFF2-40B4-BE49-F238E27FC236}">
                <a16:creationId xmlns:a16="http://schemas.microsoft.com/office/drawing/2014/main" id="{4147EFF5-3274-491B-B1D0-D06FBAD6226B}"/>
              </a:ext>
            </a:extLst>
          </p:cNvPr>
          <p:cNvSpPr>
            <a:spLocks xmlns:a="http://schemas.openxmlformats.org/drawingml/2006/main" noGrp="1"/>
          </p:cNvSpPr>
          <p:nvPr/>
        </p:nvSpPr>
        <p:spPr>
          <a:xfrm xmlns:a="http://schemas.openxmlformats.org/drawingml/2006/main">
            <a:off x="9944100" y="26289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親課題で進捗管理</a:t>
            </a:r>
          </a:p>
        </p:txBody>
      </p:sp>
      <p:sp>
        <p:nvSpPr>
          <p:cNvPr id="29" name="">
            <a:extLst xmlns:a="http://schemas.openxmlformats.org/drawingml/2006/main">
              <a:ext uri="{FF2B5EF4-FFF2-40B4-BE49-F238E27FC236}">
                <a16:creationId xmlns:a16="http://schemas.microsoft.com/office/drawing/2014/main" id="{17ACE5D8-B5AE-48E7-B8C9-E1D7B7F8EB14}"/>
              </a:ext>
            </a:extLst>
          </p:cNvPr>
          <p:cNvSpPr>
            <a:spLocks xmlns:a="http://schemas.openxmlformats.org/drawingml/2006/main" noGrp="1"/>
          </p:cNvSpPr>
          <p:nvPr/>
        </p:nvSpPr>
        <p:spPr>
          <a:xfrm xmlns:a="http://schemas.openxmlformats.org/drawingml/2006/main">
            <a:off x="857250" y="3810000"/>
            <a:ext cx="2381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30" name="text-42rmo5">
            <a:extLst xmlns:a="http://schemas.openxmlformats.org/drawingml/2006/main">
              <a:ext uri="{FF2B5EF4-FFF2-40B4-BE49-F238E27FC236}">
                <a16:creationId xmlns:a16="http://schemas.microsoft.com/office/drawing/2014/main" id="{69856512-44B4-4089-8856-208F31B61DF1}"/>
              </a:ext>
            </a:extLst>
          </p:cNvPr>
          <p:cNvSpPr>
            <a:spLocks xmlns:a="http://schemas.openxmlformats.org/drawingml/2006/main" noGrp="1"/>
          </p:cNvSpPr>
          <p:nvPr/>
        </p:nvSpPr>
        <p:spPr>
          <a:xfrm xmlns:a="http://schemas.openxmlformats.org/drawingml/2006/main">
            <a:off x="933450" y="38100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情報</a:t>
            </a:r>
          </a:p>
        </p:txBody>
      </p:sp>
      <p:sp>
        <p:nvSpPr>
          <p:cNvPr id="31" name="">
            <a:extLst xmlns:a="http://schemas.openxmlformats.org/drawingml/2006/main">
              <a:ext uri="{FF2B5EF4-FFF2-40B4-BE49-F238E27FC236}">
                <a16:creationId xmlns:a16="http://schemas.microsoft.com/office/drawing/2014/main" id="{945B7A55-A577-4DED-A7D3-C57558CB3265}"/>
              </a:ext>
            </a:extLst>
          </p:cNvPr>
          <p:cNvSpPr>
            <a:spLocks xmlns:a="http://schemas.openxmlformats.org/drawingml/2006/main" noGrp="1"/>
          </p:cNvSpPr>
          <p:nvPr/>
        </p:nvSpPr>
        <p:spPr>
          <a:xfrm xmlns:a="http://schemas.openxmlformats.org/drawingml/2006/main">
            <a:off x="3238500" y="3810000"/>
            <a:ext cx="3143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32" name="text-92zw6h">
            <a:extLst xmlns:a="http://schemas.openxmlformats.org/drawingml/2006/main">
              <a:ext uri="{FF2B5EF4-FFF2-40B4-BE49-F238E27FC236}">
                <a16:creationId xmlns:a16="http://schemas.microsoft.com/office/drawing/2014/main" id="{13546DA6-537F-4658-BA7C-AA3F670B32F0}"/>
              </a:ext>
            </a:extLst>
          </p:cNvPr>
          <p:cNvSpPr>
            <a:spLocks xmlns:a="http://schemas.openxmlformats.org/drawingml/2006/main" noGrp="1"/>
          </p:cNvSpPr>
          <p:nvPr/>
        </p:nvSpPr>
        <p:spPr>
          <a:xfrm xmlns:a="http://schemas.openxmlformats.org/drawingml/2006/main">
            <a:off x="3314700" y="3810000"/>
            <a:ext cx="2990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入れる場所</a:t>
            </a:r>
          </a:p>
        </p:txBody>
      </p:sp>
      <p:sp>
        <p:nvSpPr>
          <p:cNvPr id="33" name="">
            <a:extLst xmlns:a="http://schemas.openxmlformats.org/drawingml/2006/main">
              <a:ext uri="{FF2B5EF4-FFF2-40B4-BE49-F238E27FC236}">
                <a16:creationId xmlns:a16="http://schemas.microsoft.com/office/drawing/2014/main" id="{69525D2E-7DC5-4D4D-9EC5-69723D64E434}"/>
              </a:ext>
            </a:extLst>
          </p:cNvPr>
          <p:cNvSpPr>
            <a:spLocks xmlns:a="http://schemas.openxmlformats.org/drawingml/2006/main" noGrp="1"/>
          </p:cNvSpPr>
          <p:nvPr/>
        </p:nvSpPr>
        <p:spPr>
          <a:xfrm xmlns:a="http://schemas.openxmlformats.org/drawingml/2006/main">
            <a:off x="6381750" y="3810000"/>
            <a:ext cx="49530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34" name="text-vjj8l8">
            <a:extLst xmlns:a="http://schemas.openxmlformats.org/drawingml/2006/main">
              <a:ext uri="{FF2B5EF4-FFF2-40B4-BE49-F238E27FC236}">
                <a16:creationId xmlns:a16="http://schemas.microsoft.com/office/drawing/2014/main" id="{1C1B3D2E-D633-484A-A27D-9D782CDC9318}"/>
              </a:ext>
            </a:extLst>
          </p:cNvPr>
          <p:cNvSpPr>
            <a:spLocks xmlns:a="http://schemas.openxmlformats.org/drawingml/2006/main" noGrp="1"/>
          </p:cNvSpPr>
          <p:nvPr/>
        </p:nvSpPr>
        <p:spPr>
          <a:xfrm xmlns:a="http://schemas.openxmlformats.org/drawingml/2006/main">
            <a:off x="6457950" y="3810000"/>
            <a:ext cx="480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例</a:t>
            </a:r>
          </a:p>
        </p:txBody>
      </p:sp>
      <p:sp>
        <p:nvSpPr>
          <p:cNvPr id="35" name="">
            <a:extLst xmlns:a="http://schemas.openxmlformats.org/drawingml/2006/main">
              <a:ext uri="{FF2B5EF4-FFF2-40B4-BE49-F238E27FC236}">
                <a16:creationId xmlns:a16="http://schemas.microsoft.com/office/drawing/2014/main" id="{CD02DF6D-6E76-4A7D-B0E7-26600567663E}"/>
              </a:ext>
            </a:extLst>
          </p:cNvPr>
          <p:cNvSpPr>
            <a:spLocks xmlns:a="http://schemas.openxmlformats.org/drawingml/2006/main" noGrp="1"/>
          </p:cNvSpPr>
          <p:nvPr/>
        </p:nvSpPr>
        <p:spPr>
          <a:xfrm xmlns:a="http://schemas.openxmlformats.org/drawingml/2006/main">
            <a:off x="857250" y="4171950"/>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tuwwq1">
            <a:extLst xmlns:a="http://schemas.openxmlformats.org/drawingml/2006/main">
              <a:ext uri="{FF2B5EF4-FFF2-40B4-BE49-F238E27FC236}">
                <a16:creationId xmlns:a16="http://schemas.microsoft.com/office/drawing/2014/main" id="{B2E2989A-713D-481B-97A0-C2222D2B32E6}"/>
              </a:ext>
            </a:extLst>
          </p:cNvPr>
          <p:cNvSpPr>
            <a:spLocks xmlns:a="http://schemas.openxmlformats.org/drawingml/2006/main" noGrp="1"/>
          </p:cNvSpPr>
          <p:nvPr/>
        </p:nvSpPr>
        <p:spPr>
          <a:xfrm xmlns:a="http://schemas.openxmlformats.org/drawingml/2006/main">
            <a:off x="933450" y="42005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対応内容・備考</a:t>
            </a:r>
          </a:p>
        </p:txBody>
      </p:sp>
      <p:sp>
        <p:nvSpPr>
          <p:cNvPr id="37" name="">
            <a:extLst xmlns:a="http://schemas.openxmlformats.org/drawingml/2006/main">
              <a:ext uri="{FF2B5EF4-FFF2-40B4-BE49-F238E27FC236}">
                <a16:creationId xmlns:a16="http://schemas.microsoft.com/office/drawing/2014/main" id="{60FAE6A2-AD69-40CC-8607-89A76B253A00}"/>
              </a:ext>
            </a:extLst>
          </p:cNvPr>
          <p:cNvSpPr>
            <a:spLocks xmlns:a="http://schemas.openxmlformats.org/drawingml/2006/main" noGrp="1"/>
          </p:cNvSpPr>
          <p:nvPr/>
        </p:nvSpPr>
        <p:spPr>
          <a:xfrm xmlns:a="http://schemas.openxmlformats.org/drawingml/2006/main">
            <a:off x="3238500" y="4171950"/>
            <a:ext cx="3143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hrretc">
            <a:extLst xmlns:a="http://schemas.openxmlformats.org/drawingml/2006/main">
              <a:ext uri="{FF2B5EF4-FFF2-40B4-BE49-F238E27FC236}">
                <a16:creationId xmlns:a16="http://schemas.microsoft.com/office/drawing/2014/main" id="{F362980F-74CF-44C9-9EB8-6F6EED6F94B8}"/>
              </a:ext>
            </a:extLst>
          </p:cNvPr>
          <p:cNvSpPr>
            <a:spLocks xmlns:a="http://schemas.openxmlformats.org/drawingml/2006/main" noGrp="1"/>
          </p:cNvSpPr>
          <p:nvPr/>
        </p:nvSpPr>
        <p:spPr>
          <a:xfrm xmlns:a="http://schemas.openxmlformats.org/drawingml/2006/main">
            <a:off x="3314700" y="420052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フォームの備考欄</a:t>
            </a:r>
          </a:p>
        </p:txBody>
      </p:sp>
      <p:sp>
        <p:nvSpPr>
          <p:cNvPr id="39" name="">
            <a:extLst xmlns:a="http://schemas.openxmlformats.org/drawingml/2006/main">
              <a:ext uri="{FF2B5EF4-FFF2-40B4-BE49-F238E27FC236}">
                <a16:creationId xmlns:a16="http://schemas.microsoft.com/office/drawing/2014/main" id="{F5AEBDBC-C7E1-4FD6-9325-B5375983D726}"/>
              </a:ext>
            </a:extLst>
          </p:cNvPr>
          <p:cNvSpPr>
            <a:spLocks xmlns:a="http://schemas.openxmlformats.org/drawingml/2006/main" noGrp="1"/>
          </p:cNvSpPr>
          <p:nvPr/>
        </p:nvSpPr>
        <p:spPr>
          <a:xfrm xmlns:a="http://schemas.openxmlformats.org/drawingml/2006/main">
            <a:off x="6381750" y="4171950"/>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4uti1m">
            <a:extLst xmlns:a="http://schemas.openxmlformats.org/drawingml/2006/main">
              <a:ext uri="{FF2B5EF4-FFF2-40B4-BE49-F238E27FC236}">
                <a16:creationId xmlns:a16="http://schemas.microsoft.com/office/drawing/2014/main" id="{F64AC76E-2069-4EE7-95F0-3A4E609BFCC3}"/>
              </a:ext>
            </a:extLst>
          </p:cNvPr>
          <p:cNvSpPr>
            <a:spLocks xmlns:a="http://schemas.openxmlformats.org/drawingml/2006/main" noGrp="1"/>
          </p:cNvSpPr>
          <p:nvPr/>
        </p:nvSpPr>
        <p:spPr>
          <a:xfrm xmlns:a="http://schemas.openxmlformats.org/drawingml/2006/main">
            <a:off x="6457950" y="4200525"/>
            <a:ext cx="480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優先順、作業上の補足</a:t>
            </a:r>
          </a:p>
        </p:txBody>
      </p:sp>
      <p:sp>
        <p:nvSpPr>
          <p:cNvPr id="41" name="">
            <a:extLst xmlns:a="http://schemas.openxmlformats.org/drawingml/2006/main">
              <a:ext uri="{FF2B5EF4-FFF2-40B4-BE49-F238E27FC236}">
                <a16:creationId xmlns:a16="http://schemas.microsoft.com/office/drawing/2014/main" id="{F72584BC-A7FD-4F6A-B9EB-15189B4BB9A0}"/>
              </a:ext>
            </a:extLst>
          </p:cNvPr>
          <p:cNvSpPr>
            <a:spLocks xmlns:a="http://schemas.openxmlformats.org/drawingml/2006/main" noGrp="1"/>
          </p:cNvSpPr>
          <p:nvPr/>
        </p:nvSpPr>
        <p:spPr>
          <a:xfrm xmlns:a="http://schemas.openxmlformats.org/drawingml/2006/main">
            <a:off x="857250" y="4667250"/>
            <a:ext cx="2381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t0687m">
            <a:extLst xmlns:a="http://schemas.openxmlformats.org/drawingml/2006/main">
              <a:ext uri="{FF2B5EF4-FFF2-40B4-BE49-F238E27FC236}">
                <a16:creationId xmlns:a16="http://schemas.microsoft.com/office/drawing/2014/main" id="{EA43DA54-48BA-4839-96D1-6983E99AFBAB}"/>
              </a:ext>
            </a:extLst>
          </p:cNvPr>
          <p:cNvSpPr>
            <a:spLocks xmlns:a="http://schemas.openxmlformats.org/drawingml/2006/main" noGrp="1"/>
          </p:cNvSpPr>
          <p:nvPr/>
        </p:nvSpPr>
        <p:spPr>
          <a:xfrm xmlns:a="http://schemas.openxmlformats.org/drawingml/2006/main">
            <a:off x="933450" y="46958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BOX URL</a:t>
            </a:r>
          </a:p>
        </p:txBody>
      </p:sp>
      <p:sp>
        <p:nvSpPr>
          <p:cNvPr id="43" name="">
            <a:extLst xmlns:a="http://schemas.openxmlformats.org/drawingml/2006/main">
              <a:ext uri="{FF2B5EF4-FFF2-40B4-BE49-F238E27FC236}">
                <a16:creationId xmlns:a16="http://schemas.microsoft.com/office/drawing/2014/main" id="{A4B14741-3F88-464F-AEE3-5FF4CC0F6F33}"/>
              </a:ext>
            </a:extLst>
          </p:cNvPr>
          <p:cNvSpPr>
            <a:spLocks xmlns:a="http://schemas.openxmlformats.org/drawingml/2006/main" noGrp="1"/>
          </p:cNvSpPr>
          <p:nvPr/>
        </p:nvSpPr>
        <p:spPr>
          <a:xfrm xmlns:a="http://schemas.openxmlformats.org/drawingml/2006/main">
            <a:off x="3238500" y="4667250"/>
            <a:ext cx="3143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uvkpgp">
            <a:extLst xmlns:a="http://schemas.openxmlformats.org/drawingml/2006/main">
              <a:ext uri="{FF2B5EF4-FFF2-40B4-BE49-F238E27FC236}">
                <a16:creationId xmlns:a16="http://schemas.microsoft.com/office/drawing/2014/main" id="{A6B39275-6D3F-4642-85DD-5D24CE02C92C}"/>
              </a:ext>
            </a:extLst>
          </p:cNvPr>
          <p:cNvSpPr>
            <a:spLocks xmlns:a="http://schemas.openxmlformats.org/drawingml/2006/main" noGrp="1"/>
          </p:cNvSpPr>
          <p:nvPr/>
        </p:nvSpPr>
        <p:spPr>
          <a:xfrm xmlns:a="http://schemas.openxmlformats.org/drawingml/2006/main">
            <a:off x="3314700" y="469582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専用BOX URL欄</a:t>
            </a:r>
          </a:p>
        </p:txBody>
      </p:sp>
      <p:sp>
        <p:nvSpPr>
          <p:cNvPr id="45" name="">
            <a:extLst xmlns:a="http://schemas.openxmlformats.org/drawingml/2006/main">
              <a:ext uri="{FF2B5EF4-FFF2-40B4-BE49-F238E27FC236}">
                <a16:creationId xmlns:a16="http://schemas.microsoft.com/office/drawing/2014/main" id="{EDBDDA9B-6B85-4472-B203-ED74387EB83C}"/>
              </a:ext>
            </a:extLst>
          </p:cNvPr>
          <p:cNvSpPr>
            <a:spLocks xmlns:a="http://schemas.openxmlformats.org/drawingml/2006/main" noGrp="1"/>
          </p:cNvSpPr>
          <p:nvPr/>
        </p:nvSpPr>
        <p:spPr>
          <a:xfrm xmlns:a="http://schemas.openxmlformats.org/drawingml/2006/main">
            <a:off x="6381750" y="4667250"/>
            <a:ext cx="495300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alqxaa">
            <a:extLst xmlns:a="http://schemas.openxmlformats.org/drawingml/2006/main">
              <a:ext uri="{FF2B5EF4-FFF2-40B4-BE49-F238E27FC236}">
                <a16:creationId xmlns:a16="http://schemas.microsoft.com/office/drawing/2014/main" id="{9181B87F-6C50-4505-90A8-1B532ED525EF}"/>
              </a:ext>
            </a:extLst>
          </p:cNvPr>
          <p:cNvSpPr>
            <a:spLocks xmlns:a="http://schemas.openxmlformats.org/drawingml/2006/main" noGrp="1"/>
          </p:cNvSpPr>
          <p:nvPr/>
        </p:nvSpPr>
        <p:spPr>
          <a:xfrm xmlns:a="http://schemas.openxmlformats.org/drawingml/2006/main">
            <a:off x="6457950" y="4695825"/>
            <a:ext cx="480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画像素材・調書フォルダ</a:t>
            </a:r>
          </a:p>
        </p:txBody>
      </p:sp>
      <p:sp>
        <p:nvSpPr>
          <p:cNvPr id="47" name="">
            <a:extLst xmlns:a="http://schemas.openxmlformats.org/drawingml/2006/main">
              <a:ext uri="{FF2B5EF4-FFF2-40B4-BE49-F238E27FC236}">
                <a16:creationId xmlns:a16="http://schemas.microsoft.com/office/drawing/2014/main" id="{12674A95-E21D-46C7-809E-1CDE58C34C06}"/>
              </a:ext>
            </a:extLst>
          </p:cNvPr>
          <p:cNvSpPr>
            <a:spLocks xmlns:a="http://schemas.openxmlformats.org/drawingml/2006/main" noGrp="1"/>
          </p:cNvSpPr>
          <p:nvPr/>
        </p:nvSpPr>
        <p:spPr>
          <a:xfrm xmlns:a="http://schemas.openxmlformats.org/drawingml/2006/main">
            <a:off x="857250" y="5162550"/>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tr8zq8">
            <a:extLst xmlns:a="http://schemas.openxmlformats.org/drawingml/2006/main">
              <a:ext uri="{FF2B5EF4-FFF2-40B4-BE49-F238E27FC236}">
                <a16:creationId xmlns:a16="http://schemas.microsoft.com/office/drawing/2014/main" id="{FBFFA1A2-D0BF-4327-8C60-4FA70E6B1E38}"/>
              </a:ext>
            </a:extLst>
          </p:cNvPr>
          <p:cNvSpPr>
            <a:spLocks xmlns:a="http://schemas.openxmlformats.org/drawingml/2006/main" noGrp="1"/>
          </p:cNvSpPr>
          <p:nvPr/>
        </p:nvSpPr>
        <p:spPr>
          <a:xfrm xmlns:a="http://schemas.openxmlformats.org/drawingml/2006/main">
            <a:off x="933450" y="51911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ファイル</a:t>
            </a:r>
          </a:p>
        </p:txBody>
      </p:sp>
      <p:sp>
        <p:nvSpPr>
          <p:cNvPr id="49" name="">
            <a:extLst xmlns:a="http://schemas.openxmlformats.org/drawingml/2006/main">
              <a:ext uri="{FF2B5EF4-FFF2-40B4-BE49-F238E27FC236}">
                <a16:creationId xmlns:a16="http://schemas.microsoft.com/office/drawing/2014/main" id="{B7B54B08-C91A-46DE-AA17-A68479A10171}"/>
              </a:ext>
            </a:extLst>
          </p:cNvPr>
          <p:cNvSpPr>
            <a:spLocks xmlns:a="http://schemas.openxmlformats.org/drawingml/2006/main" noGrp="1"/>
          </p:cNvSpPr>
          <p:nvPr/>
        </p:nvSpPr>
        <p:spPr>
          <a:xfrm xmlns:a="http://schemas.openxmlformats.org/drawingml/2006/main">
            <a:off x="3238500" y="5162550"/>
            <a:ext cx="3143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9clkdx">
            <a:extLst xmlns:a="http://schemas.openxmlformats.org/drawingml/2006/main">
              <a:ext uri="{FF2B5EF4-FFF2-40B4-BE49-F238E27FC236}">
                <a16:creationId xmlns:a16="http://schemas.microsoft.com/office/drawing/2014/main" id="{7CB653C1-5BAA-4A97-A6D6-4B949289C53C}"/>
              </a:ext>
            </a:extLst>
          </p:cNvPr>
          <p:cNvSpPr>
            <a:spLocks xmlns:a="http://schemas.openxmlformats.org/drawingml/2006/main" noGrp="1"/>
          </p:cNvSpPr>
          <p:nvPr/>
        </p:nvSpPr>
        <p:spPr>
          <a:xfrm xmlns:a="http://schemas.openxmlformats.org/drawingml/2006/main">
            <a:off x="3314700" y="519112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添付ファイル欄</a:t>
            </a:r>
          </a:p>
        </p:txBody>
      </p:sp>
      <p:sp>
        <p:nvSpPr>
          <p:cNvPr id="51" name="">
            <a:extLst xmlns:a="http://schemas.openxmlformats.org/drawingml/2006/main">
              <a:ext uri="{FF2B5EF4-FFF2-40B4-BE49-F238E27FC236}">
                <a16:creationId xmlns:a16="http://schemas.microsoft.com/office/drawing/2014/main" id="{4223CBE5-0755-4402-A2F1-DD9539620E1F}"/>
              </a:ext>
            </a:extLst>
          </p:cNvPr>
          <p:cNvSpPr>
            <a:spLocks xmlns:a="http://schemas.openxmlformats.org/drawingml/2006/main" noGrp="1"/>
          </p:cNvSpPr>
          <p:nvPr/>
        </p:nvSpPr>
        <p:spPr>
          <a:xfrm xmlns:a="http://schemas.openxmlformats.org/drawingml/2006/main">
            <a:off x="6381750" y="5162550"/>
            <a:ext cx="4953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6kktrg">
            <a:extLst xmlns:a="http://schemas.openxmlformats.org/drawingml/2006/main">
              <a:ext uri="{FF2B5EF4-FFF2-40B4-BE49-F238E27FC236}">
                <a16:creationId xmlns:a16="http://schemas.microsoft.com/office/drawing/2014/main" id="{F48E43F3-7CE5-47B5-BA63-859F47102808}"/>
              </a:ext>
            </a:extLst>
          </p:cNvPr>
          <p:cNvSpPr>
            <a:spLocks xmlns:a="http://schemas.openxmlformats.org/drawingml/2006/main" noGrp="1"/>
          </p:cNvSpPr>
          <p:nvPr/>
        </p:nvSpPr>
        <p:spPr>
          <a:xfrm xmlns:a="http://schemas.openxmlformats.org/drawingml/2006/main">
            <a:off x="6457950" y="5191125"/>
            <a:ext cx="480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Excel、画像、PDF</a:t>
            </a:r>
          </a:p>
        </p:txBody>
      </p:sp>
      <p:sp>
        <p:nvSpPr>
          <p:cNvPr id="53" name="">
            <a:extLst xmlns:a="http://schemas.openxmlformats.org/drawingml/2006/main">
              <a:ext uri="{FF2B5EF4-FFF2-40B4-BE49-F238E27FC236}">
                <a16:creationId xmlns:a16="http://schemas.microsoft.com/office/drawing/2014/main" id="{ED8C864A-BA1D-4BB3-A1CA-C1880A83A6D7}"/>
              </a:ext>
            </a:extLst>
          </p:cNvPr>
          <p:cNvSpPr>
            <a:spLocks xmlns:a="http://schemas.openxmlformats.org/drawingml/2006/main" noGrp="1"/>
          </p:cNvSpPr>
          <p:nvPr/>
        </p:nvSpPr>
        <p:spPr>
          <a:xfrm xmlns:a="http://schemas.openxmlformats.org/drawingml/2006/main">
            <a:off x="857250" y="5657850"/>
            <a:ext cx="2381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4" name="text-lvj5r1">
            <a:extLst xmlns:a="http://schemas.openxmlformats.org/drawingml/2006/main">
              <a:ext uri="{FF2B5EF4-FFF2-40B4-BE49-F238E27FC236}">
                <a16:creationId xmlns:a16="http://schemas.microsoft.com/office/drawing/2014/main" id="{C87F8174-F195-48BA-B342-F116566E7835}"/>
              </a:ext>
            </a:extLst>
          </p:cNvPr>
          <p:cNvSpPr>
            <a:spLocks xmlns:a="http://schemas.openxmlformats.org/drawingml/2006/main" noGrp="1"/>
          </p:cNvSpPr>
          <p:nvPr/>
        </p:nvSpPr>
        <p:spPr>
          <a:xfrm xmlns:a="http://schemas.openxmlformats.org/drawingml/2006/main">
            <a:off x="933450" y="5686425"/>
            <a:ext cx="2228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画像修正指示</a:t>
            </a:r>
          </a:p>
        </p:txBody>
      </p:sp>
      <p:sp>
        <p:nvSpPr>
          <p:cNvPr id="55" name="">
            <a:extLst xmlns:a="http://schemas.openxmlformats.org/drawingml/2006/main">
              <a:ext uri="{FF2B5EF4-FFF2-40B4-BE49-F238E27FC236}">
                <a16:creationId xmlns:a16="http://schemas.microsoft.com/office/drawing/2014/main" id="{6D2AF266-8822-4EE9-9EF3-561EB7B17B84}"/>
              </a:ext>
            </a:extLst>
          </p:cNvPr>
          <p:cNvSpPr>
            <a:spLocks xmlns:a="http://schemas.openxmlformats.org/drawingml/2006/main" noGrp="1"/>
          </p:cNvSpPr>
          <p:nvPr/>
        </p:nvSpPr>
        <p:spPr>
          <a:xfrm xmlns:a="http://schemas.openxmlformats.org/drawingml/2006/main">
            <a:off x="3238500" y="5657850"/>
            <a:ext cx="314325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6" name="text-cj8hd9">
            <a:extLst xmlns:a="http://schemas.openxmlformats.org/drawingml/2006/main">
              <a:ext uri="{FF2B5EF4-FFF2-40B4-BE49-F238E27FC236}">
                <a16:creationId xmlns:a16="http://schemas.microsoft.com/office/drawing/2014/main" id="{21AE731D-6753-4BF2-9380-5C7773DC7CDC}"/>
              </a:ext>
            </a:extLst>
          </p:cNvPr>
          <p:cNvSpPr>
            <a:spLocks xmlns:a="http://schemas.openxmlformats.org/drawingml/2006/main" noGrp="1"/>
          </p:cNvSpPr>
          <p:nvPr/>
        </p:nvSpPr>
        <p:spPr>
          <a:xfrm xmlns:a="http://schemas.openxmlformats.org/drawingml/2006/main">
            <a:off x="3314700" y="5686425"/>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商品ごとの画像指示欄</a:t>
            </a:r>
          </a:p>
        </p:txBody>
      </p:sp>
      <p:sp>
        <p:nvSpPr>
          <p:cNvPr id="57" name="">
            <a:extLst xmlns:a="http://schemas.openxmlformats.org/drawingml/2006/main">
              <a:ext uri="{FF2B5EF4-FFF2-40B4-BE49-F238E27FC236}">
                <a16:creationId xmlns:a16="http://schemas.microsoft.com/office/drawing/2014/main" id="{974C8C59-F777-4F26-82D3-4B19BB9245A5}"/>
              </a:ext>
            </a:extLst>
          </p:cNvPr>
          <p:cNvSpPr>
            <a:spLocks xmlns:a="http://schemas.openxmlformats.org/drawingml/2006/main" noGrp="1"/>
          </p:cNvSpPr>
          <p:nvPr/>
        </p:nvSpPr>
        <p:spPr>
          <a:xfrm xmlns:a="http://schemas.openxmlformats.org/drawingml/2006/main">
            <a:off x="6381750" y="5657850"/>
            <a:ext cx="4953000" cy="4953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8" name="text-hn4f4k">
            <a:extLst xmlns:a="http://schemas.openxmlformats.org/drawingml/2006/main">
              <a:ext uri="{FF2B5EF4-FFF2-40B4-BE49-F238E27FC236}">
                <a16:creationId xmlns:a16="http://schemas.microsoft.com/office/drawing/2014/main" id="{3664BF91-9D71-4C8A-8D17-3E8B0E025234}"/>
              </a:ext>
            </a:extLst>
          </p:cNvPr>
          <p:cNvSpPr>
            <a:spLocks xmlns:a="http://schemas.openxmlformats.org/drawingml/2006/main" noGrp="1"/>
          </p:cNvSpPr>
          <p:nvPr/>
        </p:nvSpPr>
        <p:spPr>
          <a:xfrm xmlns:a="http://schemas.openxmlformats.org/drawingml/2006/main">
            <a:off x="6457950" y="5686425"/>
            <a:ext cx="4800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2枚目の容量表記を変更</a:t>
            </a:r>
          </a:p>
        </p:txBody>
      </p:sp>
      <p:sp>
        <p:nvSpPr>
          <p:cNvPr id="59" name="text-ta3rel">
            <a:extLst xmlns:a="http://schemas.openxmlformats.org/drawingml/2006/main">
              <a:ext uri="{FF2B5EF4-FFF2-40B4-BE49-F238E27FC236}">
                <a16:creationId xmlns:a16="http://schemas.microsoft.com/office/drawing/2014/main" id="{F5C27380-5FD5-49EC-B330-CA6750194B79}"/>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20</a:t>
            </a:r>
          </a:p>
        </p:txBody>
      </p:sp>
    </p:spTree>
    <p:extLst>
      <p:ext uri="{BB962C8B-B14F-4D97-AF65-F5344CB8AC3E}">
        <p14:creationId xmlns:p14="http://schemas.microsoft.com/office/powerpoint/2010/main" val="19353645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56ospu">
            <a:extLst xmlns:a="http://schemas.openxmlformats.org/drawingml/2006/main">
              <a:ext uri="{FF2B5EF4-FFF2-40B4-BE49-F238E27FC236}">
                <a16:creationId xmlns:a16="http://schemas.microsoft.com/office/drawing/2014/main" id="{7E708D98-FE55-4718-81A5-6A9EC358C00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20 / SAVE</a:t>
            </a:r>
          </a:p>
        </p:txBody>
      </p:sp>
      <p:sp>
        <p:nvSpPr>
          <p:cNvPr id="2" name="text-zkb09l">
            <a:extLst xmlns:a="http://schemas.openxmlformats.org/drawingml/2006/main">
              <a:ext uri="{FF2B5EF4-FFF2-40B4-BE49-F238E27FC236}">
                <a16:creationId xmlns:a16="http://schemas.microsoft.com/office/drawing/2014/main" id="{2387C0D2-8C8B-4EC1-ADA2-2E0865B24873}"/>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保存後は依頼IDとBacklog課題キーを確認</a:t>
            </a:r>
          </a:p>
        </p:txBody>
      </p:sp>
      <p:sp>
        <p:nvSpPr>
          <p:cNvPr id="3" name="text-jc7y5d">
            <a:extLst xmlns:a="http://schemas.openxmlformats.org/drawingml/2006/main">
              <a:ext uri="{FF2B5EF4-FFF2-40B4-BE49-F238E27FC236}">
                <a16:creationId xmlns:a16="http://schemas.microsoft.com/office/drawing/2014/main" id="{50EAA7F5-2E93-48A5-BF2B-2BB142C4695B}"/>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商品マスタへの保存とBacklog起票は別処理のため、結果メッセージを読みます。</a:t>
            </a:r>
          </a:p>
        </p:txBody>
      </p:sp>
      <p:sp>
        <p:nvSpPr>
          <p:cNvPr id="4" name="">
            <a:extLst xmlns:a="http://schemas.openxmlformats.org/drawingml/2006/main">
              <a:ext uri="{FF2B5EF4-FFF2-40B4-BE49-F238E27FC236}">
                <a16:creationId xmlns:a16="http://schemas.microsoft.com/office/drawing/2014/main" id="{8245DC87-4848-4320-8697-7D62E2F733EF}"/>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FB72D12-680D-4296-8014-3B238B452583}"/>
              </a:ext>
            </a:extLst>
          </p:cNvPr>
          <p:cNvSpPr>
            <a:spLocks xmlns:a="http://schemas.openxmlformats.org/drawingml/2006/main" noGrp="1"/>
          </p:cNvSpPr>
          <p:nvPr/>
        </p:nvSpPr>
        <p:spPr>
          <a:xfrm xmlns:a="http://schemas.openxmlformats.org/drawingml/2006/main">
            <a:off x="647700" y="1828800"/>
            <a:ext cx="33718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21875A"/>
            </a:solidFill>
            <a:prstDash val="solid"/>
          </a:ln>
        </p:spPr>
      </p:sp>
      <p:sp>
        <p:nvSpPr>
          <p:cNvPr id="6" name="">
            <a:extLst xmlns:a="http://schemas.openxmlformats.org/drawingml/2006/main">
              <a:ext uri="{FF2B5EF4-FFF2-40B4-BE49-F238E27FC236}">
                <a16:creationId xmlns:a16="http://schemas.microsoft.com/office/drawing/2014/main" id="{DFF891BC-61D8-4301-BD00-C5EFA8E3900A}"/>
              </a:ext>
            </a:extLst>
          </p:cNvPr>
          <p:cNvSpPr>
            <a:spLocks xmlns:a="http://schemas.openxmlformats.org/drawingml/2006/main" noGrp="1"/>
          </p:cNvSpPr>
          <p:nvPr/>
        </p:nvSpPr>
        <p:spPr>
          <a:xfrm xmlns:a="http://schemas.openxmlformats.org/drawingml/2006/main">
            <a:off x="857250" y="2038350"/>
            <a:ext cx="1143000" cy="285750"/>
          </a:xfrm>
          <a:prstGeom xmlns:a="http://schemas.openxmlformats.org/drawingml/2006/main" prst="roundRect">
            <a:avLst>
              <a:gd name="adj" fmla="val 40000"/>
            </a:avLst>
          </a:prstGeom>
          <a:solidFill xmlns:a="http://schemas.openxmlformats.org/drawingml/2006/main">
            <a:srgbClr val="21875A"/>
          </a:solidFill>
          <a:ln xmlns:a="http://schemas.openxmlformats.org/drawingml/2006/main" w="9525">
            <a:solidFill>
              <a:srgbClr val="21875A"/>
            </a:solidFill>
            <a:prstDash val="solid"/>
          </a:ln>
        </p:spPr>
      </p:sp>
      <p:sp>
        <p:nvSpPr>
          <p:cNvPr id="7" name="text-k6d7y3">
            <a:extLst xmlns:a="http://schemas.openxmlformats.org/drawingml/2006/main">
              <a:ext uri="{FF2B5EF4-FFF2-40B4-BE49-F238E27FC236}">
                <a16:creationId xmlns:a16="http://schemas.microsoft.com/office/drawing/2014/main" id="{5FF20C84-5376-4F87-B30A-54300786C15D}"/>
              </a:ext>
            </a:extLst>
          </p:cNvPr>
          <p:cNvSpPr>
            <a:spLocks xmlns:a="http://schemas.openxmlformats.org/drawingml/2006/main" noGrp="1"/>
          </p:cNvSpPr>
          <p:nvPr/>
        </p:nvSpPr>
        <p:spPr>
          <a:xfrm xmlns:a="http://schemas.openxmlformats.org/drawingml/2006/main">
            <a:off x="857250" y="2038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成功</a:t>
            </a:r>
          </a:p>
        </p:txBody>
      </p:sp>
      <p:sp>
        <p:nvSpPr>
          <p:cNvPr id="8" name="text-0enrmr">
            <a:extLst xmlns:a="http://schemas.openxmlformats.org/drawingml/2006/main">
              <a:ext uri="{FF2B5EF4-FFF2-40B4-BE49-F238E27FC236}">
                <a16:creationId xmlns:a16="http://schemas.microsoft.com/office/drawing/2014/main" id="{10E8761C-1A45-4D12-8BCD-D31DBB23E317}"/>
              </a:ext>
            </a:extLst>
          </p:cNvPr>
          <p:cNvSpPr>
            <a:spLocks xmlns:a="http://schemas.openxmlformats.org/drawingml/2006/main" noGrp="1"/>
          </p:cNvSpPr>
          <p:nvPr/>
        </p:nvSpPr>
        <p:spPr>
          <a:xfrm xmlns:a="http://schemas.openxmlformats.org/drawingml/2006/main">
            <a:off x="876300" y="2609850"/>
            <a:ext cx="29146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依頼を保存し、Backlog課題を起票しました。</a:t>
            </a:r>
          </a:p>
          <a:p xmlns:a="http://schemas.openxmlformats.org/drawingml/2006/main">
            <a:pPr algn="l">
              <a:defRPr sz="1350" b="1">
                <a:solidFill>
                  <a:srgbClr val="0F1720"/>
                </a:solidFill>
              </a:defRPr>
            </a:pPr>
            <a:r>
              <a:rPr sz="1350" b="1">
                <a:solidFill>
                  <a:srgbClr val="0F1720"/>
                </a:solidFill>
              </a:rPr>
              <a:t>→課題キー・添付・詳細を確認</a:t>
            </a:r>
          </a:p>
        </p:txBody>
      </p:sp>
      <p:sp>
        <p:nvSpPr>
          <p:cNvPr id="9" name="">
            <a:extLst xmlns:a="http://schemas.openxmlformats.org/drawingml/2006/main">
              <a:ext uri="{FF2B5EF4-FFF2-40B4-BE49-F238E27FC236}">
                <a16:creationId xmlns:a16="http://schemas.microsoft.com/office/drawing/2014/main" id="{44650333-3261-42B1-A5AD-5C546CCD4970}"/>
              </a:ext>
            </a:extLst>
          </p:cNvPr>
          <p:cNvSpPr>
            <a:spLocks xmlns:a="http://schemas.openxmlformats.org/drawingml/2006/main" noGrp="1"/>
          </p:cNvSpPr>
          <p:nvPr/>
        </p:nvSpPr>
        <p:spPr>
          <a:xfrm xmlns:a="http://schemas.openxmlformats.org/drawingml/2006/main">
            <a:off x="4457700" y="1828800"/>
            <a:ext cx="33718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A7690B"/>
            </a:solidFill>
            <a:prstDash val="solid"/>
          </a:ln>
        </p:spPr>
      </p:sp>
      <p:sp>
        <p:nvSpPr>
          <p:cNvPr id="10" name="">
            <a:extLst xmlns:a="http://schemas.openxmlformats.org/drawingml/2006/main">
              <a:ext uri="{FF2B5EF4-FFF2-40B4-BE49-F238E27FC236}">
                <a16:creationId xmlns:a16="http://schemas.microsoft.com/office/drawing/2014/main" id="{F30D8BA9-85FF-4CD1-BAAA-944C3B81068A}"/>
              </a:ext>
            </a:extLst>
          </p:cNvPr>
          <p:cNvSpPr>
            <a:spLocks xmlns:a="http://schemas.openxmlformats.org/drawingml/2006/main" noGrp="1"/>
          </p:cNvSpPr>
          <p:nvPr/>
        </p:nvSpPr>
        <p:spPr>
          <a:xfrm xmlns:a="http://schemas.openxmlformats.org/drawingml/2006/main">
            <a:off x="4667250" y="2038350"/>
            <a:ext cx="1143000" cy="285750"/>
          </a:xfrm>
          <a:prstGeom xmlns:a="http://schemas.openxmlformats.org/drawingml/2006/main" prst="roundRect">
            <a:avLst>
              <a:gd name="adj" fmla="val 40000"/>
            </a:avLst>
          </a:prstGeom>
          <a:solidFill xmlns:a="http://schemas.openxmlformats.org/drawingml/2006/main">
            <a:srgbClr val="A7690B"/>
          </a:solidFill>
          <a:ln xmlns:a="http://schemas.openxmlformats.org/drawingml/2006/main" w="9525">
            <a:solidFill>
              <a:srgbClr val="A7690B"/>
            </a:solidFill>
            <a:prstDash val="solid"/>
          </a:ln>
        </p:spPr>
      </p:sp>
      <p:sp>
        <p:nvSpPr>
          <p:cNvPr id="11" name="text-ykhx7m">
            <a:extLst xmlns:a="http://schemas.openxmlformats.org/drawingml/2006/main">
              <a:ext uri="{FF2B5EF4-FFF2-40B4-BE49-F238E27FC236}">
                <a16:creationId xmlns:a16="http://schemas.microsoft.com/office/drawing/2014/main" id="{1603F4D2-A566-42BA-9DF0-5FA2787B2BDB}"/>
              </a:ext>
            </a:extLst>
          </p:cNvPr>
          <p:cNvSpPr>
            <a:spLocks xmlns:a="http://schemas.openxmlformats.org/drawingml/2006/main" noGrp="1"/>
          </p:cNvSpPr>
          <p:nvPr/>
        </p:nvSpPr>
        <p:spPr>
          <a:xfrm xmlns:a="http://schemas.openxmlformats.org/drawingml/2006/main">
            <a:off x="4667250" y="2038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入力不足</a:t>
            </a:r>
          </a:p>
        </p:txBody>
      </p:sp>
      <p:sp>
        <p:nvSpPr>
          <p:cNvPr id="12" name="text-55wzq3">
            <a:extLst xmlns:a="http://schemas.openxmlformats.org/drawingml/2006/main">
              <a:ext uri="{FF2B5EF4-FFF2-40B4-BE49-F238E27FC236}">
                <a16:creationId xmlns:a16="http://schemas.microsoft.com/office/drawing/2014/main" id="{DE9BB45D-0A13-4388-847C-10D74E501570}"/>
              </a:ext>
            </a:extLst>
          </p:cNvPr>
          <p:cNvSpPr>
            <a:spLocks xmlns:a="http://schemas.openxmlformats.org/drawingml/2006/main" noGrp="1"/>
          </p:cNvSpPr>
          <p:nvPr/>
        </p:nvSpPr>
        <p:spPr>
          <a:xfrm xmlns:a="http://schemas.openxmlformats.org/drawingml/2006/main">
            <a:off x="4686300" y="2609850"/>
            <a:ext cx="29146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必須項目を入力してください。</a:t>
            </a:r>
          </a:p>
          <a:p xmlns:a="http://schemas.openxmlformats.org/drawingml/2006/main">
            <a:pPr algn="l">
              <a:defRPr sz="1350" b="1">
                <a:solidFill>
                  <a:srgbClr val="0F1720"/>
                </a:solidFill>
              </a:defRPr>
            </a:pPr>
            <a:r>
              <a:rPr sz="1350" b="1">
                <a:solidFill>
                  <a:srgbClr val="0F1720"/>
                </a:solidFill>
              </a:rPr>
              <a:t>→表示項目を補完して再保存</a:t>
            </a:r>
          </a:p>
        </p:txBody>
      </p:sp>
      <p:sp>
        <p:nvSpPr>
          <p:cNvPr id="13" name="">
            <a:extLst xmlns:a="http://schemas.openxmlformats.org/drawingml/2006/main">
              <a:ext uri="{FF2B5EF4-FFF2-40B4-BE49-F238E27FC236}">
                <a16:creationId xmlns:a16="http://schemas.microsoft.com/office/drawing/2014/main" id="{668B0153-A55A-48A6-8AB4-5F65061D7045}"/>
              </a:ext>
            </a:extLst>
          </p:cNvPr>
          <p:cNvSpPr>
            <a:spLocks xmlns:a="http://schemas.openxmlformats.org/drawingml/2006/main" noGrp="1"/>
          </p:cNvSpPr>
          <p:nvPr/>
        </p:nvSpPr>
        <p:spPr>
          <a:xfrm xmlns:a="http://schemas.openxmlformats.org/drawingml/2006/main">
            <a:off x="8267700" y="1828800"/>
            <a:ext cx="33718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D83A42"/>
            </a:solidFill>
            <a:prstDash val="solid"/>
          </a:ln>
        </p:spPr>
      </p:sp>
      <p:sp>
        <p:nvSpPr>
          <p:cNvPr id="14" name="">
            <a:extLst xmlns:a="http://schemas.openxmlformats.org/drawingml/2006/main">
              <a:ext uri="{FF2B5EF4-FFF2-40B4-BE49-F238E27FC236}">
                <a16:creationId xmlns:a16="http://schemas.microsoft.com/office/drawing/2014/main" id="{2225026F-E40F-4E4A-8E8A-03D665883F81}"/>
              </a:ext>
            </a:extLst>
          </p:cNvPr>
          <p:cNvSpPr>
            <a:spLocks xmlns:a="http://schemas.openxmlformats.org/drawingml/2006/main" noGrp="1"/>
          </p:cNvSpPr>
          <p:nvPr/>
        </p:nvSpPr>
        <p:spPr>
          <a:xfrm xmlns:a="http://schemas.openxmlformats.org/drawingml/2006/main">
            <a:off x="8477250" y="2038350"/>
            <a:ext cx="1143000" cy="285750"/>
          </a:xfrm>
          <a:prstGeom xmlns:a="http://schemas.openxmlformats.org/drawingml/2006/main" prst="roundRect">
            <a:avLst>
              <a:gd name="adj" fmla="val 40000"/>
            </a:avLst>
          </a:prstGeom>
          <a:solidFill xmlns:a="http://schemas.openxmlformats.org/drawingml/2006/main">
            <a:srgbClr val="D83A42"/>
          </a:solidFill>
          <a:ln xmlns:a="http://schemas.openxmlformats.org/drawingml/2006/main" w="9525">
            <a:solidFill>
              <a:srgbClr val="D83A42"/>
            </a:solidFill>
            <a:prstDash val="solid"/>
          </a:ln>
        </p:spPr>
      </p:sp>
      <p:sp>
        <p:nvSpPr>
          <p:cNvPr id="15" name="text-qhelwl">
            <a:extLst xmlns:a="http://schemas.openxmlformats.org/drawingml/2006/main">
              <a:ext uri="{FF2B5EF4-FFF2-40B4-BE49-F238E27FC236}">
                <a16:creationId xmlns:a16="http://schemas.microsoft.com/office/drawing/2014/main" id="{183D71C0-F35F-4531-8145-073BC12EA75D}"/>
              </a:ext>
            </a:extLst>
          </p:cNvPr>
          <p:cNvSpPr>
            <a:spLocks xmlns:a="http://schemas.openxmlformats.org/drawingml/2006/main" noGrp="1"/>
          </p:cNvSpPr>
          <p:nvPr/>
        </p:nvSpPr>
        <p:spPr>
          <a:xfrm xmlns:a="http://schemas.openxmlformats.org/drawingml/2006/main">
            <a:off x="8477250" y="2038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Backlog起票失敗</a:t>
            </a:r>
          </a:p>
        </p:txBody>
      </p:sp>
      <p:sp>
        <p:nvSpPr>
          <p:cNvPr id="16" name="text-n6oiiu">
            <a:extLst xmlns:a="http://schemas.openxmlformats.org/drawingml/2006/main">
              <a:ext uri="{FF2B5EF4-FFF2-40B4-BE49-F238E27FC236}">
                <a16:creationId xmlns:a16="http://schemas.microsoft.com/office/drawing/2014/main" id="{038ACC2A-F3EA-46A8-810D-51E77395F805}"/>
              </a:ext>
            </a:extLst>
          </p:cNvPr>
          <p:cNvSpPr>
            <a:spLocks xmlns:a="http://schemas.openxmlformats.org/drawingml/2006/main" noGrp="1"/>
          </p:cNvSpPr>
          <p:nvPr/>
        </p:nvSpPr>
        <p:spPr>
          <a:xfrm xmlns:a="http://schemas.openxmlformats.org/drawingml/2006/main">
            <a:off x="8496300" y="2609850"/>
            <a:ext cx="29146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商品マスタには保存済みの場合あり。</a:t>
            </a:r>
          </a:p>
          <a:p xmlns:a="http://schemas.openxmlformats.org/drawingml/2006/main">
            <a:pPr algn="l">
              <a:defRPr sz="1350" b="1">
                <a:solidFill>
                  <a:srgbClr val="0F1720"/>
                </a:solidFill>
              </a:defRPr>
            </a:pPr>
            <a:r>
              <a:rPr sz="1350" b="1">
                <a:solidFill>
                  <a:srgbClr val="0F1720"/>
                </a:solidFill>
              </a:rPr>
              <a:t>→依頼IDを控えて管理者へ連絡</a:t>
            </a:r>
          </a:p>
        </p:txBody>
      </p:sp>
      <p:sp>
        <p:nvSpPr>
          <p:cNvPr id="17" name="">
            <a:extLst xmlns:a="http://schemas.openxmlformats.org/drawingml/2006/main">
              <a:ext uri="{FF2B5EF4-FFF2-40B4-BE49-F238E27FC236}">
                <a16:creationId xmlns:a16="http://schemas.microsoft.com/office/drawing/2014/main" id="{81EFF08D-3200-480A-AEED-7F06483E2AA4}"/>
              </a:ext>
            </a:extLst>
          </p:cNvPr>
          <p:cNvSpPr>
            <a:spLocks xmlns:a="http://schemas.openxmlformats.org/drawingml/2006/main" noGrp="1"/>
          </p:cNvSpPr>
          <p:nvPr/>
        </p:nvSpPr>
        <p:spPr>
          <a:xfrm xmlns:a="http://schemas.openxmlformats.org/drawingml/2006/main">
            <a:off x="647700" y="4533900"/>
            <a:ext cx="10991850" cy="131445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18" name="text-2cbs2i">
            <a:extLst xmlns:a="http://schemas.openxmlformats.org/drawingml/2006/main">
              <a:ext uri="{FF2B5EF4-FFF2-40B4-BE49-F238E27FC236}">
                <a16:creationId xmlns:a16="http://schemas.microsoft.com/office/drawing/2014/main" id="{37E169D8-AA70-475A-AB8A-F85D6889A712}"/>
              </a:ext>
            </a:extLst>
          </p:cNvPr>
          <p:cNvSpPr>
            <a:spLocks xmlns:a="http://schemas.openxmlformats.org/drawingml/2006/main" noGrp="1"/>
          </p:cNvSpPr>
          <p:nvPr/>
        </p:nvSpPr>
        <p:spPr>
          <a:xfrm xmlns:a="http://schemas.openxmlformats.org/drawingml/2006/main">
            <a:off x="876300" y="4686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D83A42"/>
                </a:solidFill>
              </a:defRPr>
            </a:pPr>
            <a:r>
              <a:rPr sz="1575" b="1">
                <a:solidFill>
                  <a:srgbClr val="D83A42"/>
                </a:solidFill>
              </a:rPr>
              <a:t>二重起票を防ぐ</a:t>
            </a:r>
          </a:p>
        </p:txBody>
      </p:sp>
      <p:sp>
        <p:nvSpPr>
          <p:cNvPr id="19" name="">
            <a:extLst xmlns:a="http://schemas.openxmlformats.org/drawingml/2006/main">
              <a:ext uri="{FF2B5EF4-FFF2-40B4-BE49-F238E27FC236}">
                <a16:creationId xmlns:a16="http://schemas.microsoft.com/office/drawing/2014/main" id="{8FFC2614-FE37-4873-B909-C316DE87AE52}"/>
              </a:ext>
            </a:extLst>
          </p:cNvPr>
          <p:cNvSpPr>
            <a:spLocks xmlns:a="http://schemas.openxmlformats.org/drawingml/2006/main" noGrp="1"/>
          </p:cNvSpPr>
          <p:nvPr/>
        </p:nvSpPr>
        <p:spPr>
          <a:xfrm xmlns:a="http://schemas.openxmlformats.org/drawingml/2006/main">
            <a:off x="876300" y="519112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0" name="text-d939cy">
            <a:extLst xmlns:a="http://schemas.openxmlformats.org/drawingml/2006/main">
              <a:ext uri="{FF2B5EF4-FFF2-40B4-BE49-F238E27FC236}">
                <a16:creationId xmlns:a16="http://schemas.microsoft.com/office/drawing/2014/main" id="{0B290470-86E8-4145-A5EC-7F4198F9F83A}"/>
              </a:ext>
            </a:extLst>
          </p:cNvPr>
          <p:cNvSpPr>
            <a:spLocks xmlns:a="http://schemas.openxmlformats.org/drawingml/2006/main" noGrp="1"/>
          </p:cNvSpPr>
          <p:nvPr/>
        </p:nvSpPr>
        <p:spPr>
          <a:xfrm xmlns:a="http://schemas.openxmlformats.org/drawingml/2006/main">
            <a:off x="1085850" y="5086350"/>
            <a:ext cx="960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課題作成後に添付だけ失敗した場合、同じ内容を新規登録しない</a:t>
            </a:r>
          </a:p>
        </p:txBody>
      </p:sp>
      <p:sp>
        <p:nvSpPr>
          <p:cNvPr id="21" name="">
            <a:extLst xmlns:a="http://schemas.openxmlformats.org/drawingml/2006/main">
              <a:ext uri="{FF2B5EF4-FFF2-40B4-BE49-F238E27FC236}">
                <a16:creationId xmlns:a16="http://schemas.microsoft.com/office/drawing/2014/main" id="{391607CE-CF11-45CC-92CE-6DA4C262FC01}"/>
              </a:ext>
            </a:extLst>
          </p:cNvPr>
          <p:cNvSpPr>
            <a:spLocks xmlns:a="http://schemas.openxmlformats.org/drawingml/2006/main" noGrp="1"/>
          </p:cNvSpPr>
          <p:nvPr/>
        </p:nvSpPr>
        <p:spPr>
          <a:xfrm xmlns:a="http://schemas.openxmlformats.org/drawingml/2006/main">
            <a:off x="876300" y="55721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22" name="text-x3i96t">
            <a:extLst xmlns:a="http://schemas.openxmlformats.org/drawingml/2006/main">
              <a:ext uri="{FF2B5EF4-FFF2-40B4-BE49-F238E27FC236}">
                <a16:creationId xmlns:a16="http://schemas.microsoft.com/office/drawing/2014/main" id="{4EDCA352-71D9-4492-8CBE-2CFEDEC4F58D}"/>
              </a:ext>
            </a:extLst>
          </p:cNvPr>
          <p:cNvSpPr>
            <a:spLocks xmlns:a="http://schemas.openxmlformats.org/drawingml/2006/main" noGrp="1"/>
          </p:cNvSpPr>
          <p:nvPr/>
        </p:nvSpPr>
        <p:spPr>
          <a:xfrm xmlns:a="http://schemas.openxmlformats.org/drawingml/2006/main">
            <a:off x="1085850" y="5467350"/>
            <a:ext cx="960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Backlogに親課題があるか確認し、表示された依頼ID／課題キーを管理者へ伝える</a:t>
            </a:r>
          </a:p>
        </p:txBody>
      </p:sp>
      <p:sp>
        <p:nvSpPr>
          <p:cNvPr id="23" name="text-1jv67j">
            <a:extLst xmlns:a="http://schemas.openxmlformats.org/drawingml/2006/main">
              <a:ext uri="{FF2B5EF4-FFF2-40B4-BE49-F238E27FC236}">
                <a16:creationId xmlns:a16="http://schemas.microsoft.com/office/drawing/2014/main" id="{9446A8EB-3C67-4C3B-8BC7-287CADE46F60}"/>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21</a:t>
            </a:r>
          </a:p>
        </p:txBody>
      </p:sp>
    </p:spTree>
    <p:extLst>
      <p:ext uri="{BB962C8B-B14F-4D97-AF65-F5344CB8AC3E}">
        <p14:creationId xmlns:p14="http://schemas.microsoft.com/office/powerpoint/2010/main" val="17592756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wg43b2">
            <a:extLst xmlns:a="http://schemas.openxmlformats.org/drawingml/2006/main">
              <a:ext uri="{FF2B5EF4-FFF2-40B4-BE49-F238E27FC236}">
                <a16:creationId xmlns:a16="http://schemas.microsoft.com/office/drawing/2014/main" id="{544FE073-C19C-475D-BDCD-7D9F6F9F253C}"/>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21 / STATUS SYNC</a:t>
            </a:r>
          </a:p>
        </p:txBody>
      </p:sp>
      <p:sp>
        <p:nvSpPr>
          <p:cNvPr id="2" name="text-3uiv3h">
            <a:extLst xmlns:a="http://schemas.openxmlformats.org/drawingml/2006/main">
              <a:ext uri="{FF2B5EF4-FFF2-40B4-BE49-F238E27FC236}">
                <a16:creationId xmlns:a16="http://schemas.microsoft.com/office/drawing/2014/main" id="{17FAB18E-B4EF-4A54-B45F-D1C6B268E004}"/>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Backlog状態を同期して運用サマリを更新</a:t>
            </a:r>
          </a:p>
        </p:txBody>
      </p:sp>
      <p:sp>
        <p:nvSpPr>
          <p:cNvPr id="3" name="text-7v31r0">
            <a:extLst xmlns:a="http://schemas.openxmlformats.org/drawingml/2006/main">
              <a:ext uri="{FF2B5EF4-FFF2-40B4-BE49-F238E27FC236}">
                <a16:creationId xmlns:a16="http://schemas.microsoft.com/office/drawing/2014/main" id="{EC4C74BD-E705-4C04-AED9-BDB29647C080}"/>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完了・対応中などの状態はフォーム側へ同期できます。</a:t>
            </a:r>
          </a:p>
        </p:txBody>
      </p:sp>
      <p:sp>
        <p:nvSpPr>
          <p:cNvPr id="4" name="">
            <a:extLst xmlns:a="http://schemas.openxmlformats.org/drawingml/2006/main">
              <a:ext uri="{FF2B5EF4-FFF2-40B4-BE49-F238E27FC236}">
                <a16:creationId xmlns:a16="http://schemas.microsoft.com/office/drawing/2014/main" id="{A89D645D-82BC-45A2-8ABA-73C1D10E8435}"/>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2c11483452f40f5"/>
          <a:srcRect xmlns:a="http://schemas.openxmlformats.org/drawingml/2006/main" l="4118" t="0" r="4118" b="0"/>
          <a:stretch xmlns:a="http://schemas.openxmlformats.org/drawingml/2006/main">
            <a:fillRect l="0" t="0" r="0" b="0"/>
          </a:stretch>
        </p:blipFill>
        <p:spPr>
          <a:xfrm xmlns:a="http://schemas.openxmlformats.org/drawingml/2006/main">
            <a:off x="552450" y="1676400"/>
            <a:ext cx="7334250" cy="4495800"/>
          </a:xfrm>
          <a:prstGeom xmlns:a="http://schemas.openxmlformats.org/drawingml/2006/main" prst="roundRect">
            <a:avLst>
              <a:gd name="adj" fmla="val 2542"/>
            </a:avLst>
          </a:prstGeom>
        </p:spPr>
      </p:pic>
      <p:sp>
        <p:nvSpPr>
          <p:cNvPr id="6" name="">
            <a:extLst xmlns:a="http://schemas.openxmlformats.org/drawingml/2006/main">
              <a:ext uri="{FF2B5EF4-FFF2-40B4-BE49-F238E27FC236}">
                <a16:creationId xmlns:a16="http://schemas.microsoft.com/office/drawing/2014/main" id="{46A63AEC-9D91-4C74-ABB6-4493D511748A}"/>
              </a:ext>
            </a:extLst>
          </p:cNvPr>
          <p:cNvSpPr>
            <a:spLocks xmlns:a="http://schemas.openxmlformats.org/drawingml/2006/main" noGrp="1"/>
          </p:cNvSpPr>
          <p:nvPr/>
        </p:nvSpPr>
        <p:spPr>
          <a:xfrm xmlns:a="http://schemas.openxmlformats.org/drawingml/2006/main">
            <a:off x="8134350" y="18669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7" name="">
            <a:extLst xmlns:a="http://schemas.openxmlformats.org/drawingml/2006/main">
              <a:ext uri="{FF2B5EF4-FFF2-40B4-BE49-F238E27FC236}">
                <a16:creationId xmlns:a16="http://schemas.microsoft.com/office/drawing/2014/main" id="{D227C10D-D8C5-4FEB-B0F4-269EEDA9FC4C}"/>
              </a:ext>
            </a:extLst>
          </p:cNvPr>
          <p:cNvSpPr>
            <a:spLocks xmlns:a="http://schemas.openxmlformats.org/drawingml/2006/main" noGrp="1"/>
          </p:cNvSpPr>
          <p:nvPr/>
        </p:nvSpPr>
        <p:spPr>
          <a:xfrm xmlns:a="http://schemas.openxmlformats.org/drawingml/2006/main">
            <a:off x="8591550" y="183832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3D8DFF"/>
            </a:solidFill>
            <a:prstDash val="solid"/>
          </a:ln>
        </p:spPr>
      </p:sp>
      <p:sp>
        <p:nvSpPr>
          <p:cNvPr id="8" name="text-4uo6xm">
            <a:extLst xmlns:a="http://schemas.openxmlformats.org/drawingml/2006/main">
              <a:ext uri="{FF2B5EF4-FFF2-40B4-BE49-F238E27FC236}">
                <a16:creationId xmlns:a16="http://schemas.microsoft.com/office/drawing/2014/main" id="{4F633082-457E-4CBB-9CAF-06397153A060}"/>
              </a:ext>
            </a:extLst>
          </p:cNvPr>
          <p:cNvSpPr>
            <a:spLocks xmlns:a="http://schemas.openxmlformats.org/drawingml/2006/main" noGrp="1"/>
          </p:cNvSpPr>
          <p:nvPr/>
        </p:nvSpPr>
        <p:spPr>
          <a:xfrm xmlns:a="http://schemas.openxmlformats.org/drawingml/2006/main">
            <a:off x="8705850" y="185737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上部の「Backlog状態を同期」</a:t>
            </a:r>
          </a:p>
        </p:txBody>
      </p:sp>
      <p:sp>
        <p:nvSpPr>
          <p:cNvPr id="9" name="">
            <a:extLst xmlns:a="http://schemas.openxmlformats.org/drawingml/2006/main">
              <a:ext uri="{FF2B5EF4-FFF2-40B4-BE49-F238E27FC236}">
                <a16:creationId xmlns:a16="http://schemas.microsoft.com/office/drawing/2014/main" id="{73538919-0871-4C7B-BB2B-E1333D1DDC08}"/>
              </a:ext>
            </a:extLst>
          </p:cNvPr>
          <p:cNvSpPr>
            <a:spLocks xmlns:a="http://schemas.openxmlformats.org/drawingml/2006/main" noGrp="1"/>
          </p:cNvSpPr>
          <p:nvPr/>
        </p:nvSpPr>
        <p:spPr>
          <a:xfrm xmlns:a="http://schemas.openxmlformats.org/drawingml/2006/main">
            <a:off x="8134350" y="2609850"/>
            <a:ext cx="342900" cy="342900"/>
          </a:xfrm>
          <a:prstGeom xmlns:a="http://schemas.openxmlformats.org/drawingml/2006/main" prst="ellipse">
            <a:avLst/>
          </a:prstGeom>
          <a:solidFill xmlns:a="http://schemas.openxmlformats.org/drawingml/2006/main">
            <a:srgbClr val="21875A"/>
          </a:solidFill>
          <a:ln xmlns:a="http://schemas.openxmlformats.org/drawingml/2006/main" w="0">
            <a:solidFill>
              <a:srgbClr val="21875A"/>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0" name="">
            <a:extLst xmlns:a="http://schemas.openxmlformats.org/drawingml/2006/main">
              <a:ext uri="{FF2B5EF4-FFF2-40B4-BE49-F238E27FC236}">
                <a16:creationId xmlns:a16="http://schemas.microsoft.com/office/drawing/2014/main" id="{ABCC3271-6071-489E-8461-8A4258186126}"/>
              </a:ext>
            </a:extLst>
          </p:cNvPr>
          <p:cNvSpPr>
            <a:spLocks xmlns:a="http://schemas.openxmlformats.org/drawingml/2006/main" noGrp="1"/>
          </p:cNvSpPr>
          <p:nvPr/>
        </p:nvSpPr>
        <p:spPr>
          <a:xfrm xmlns:a="http://schemas.openxmlformats.org/drawingml/2006/main">
            <a:off x="8591550" y="258127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21875A"/>
            </a:solidFill>
            <a:prstDash val="solid"/>
          </a:ln>
        </p:spPr>
      </p:sp>
      <p:sp>
        <p:nvSpPr>
          <p:cNvPr id="11" name="text-m8b04z">
            <a:extLst xmlns:a="http://schemas.openxmlformats.org/drawingml/2006/main">
              <a:ext uri="{FF2B5EF4-FFF2-40B4-BE49-F238E27FC236}">
                <a16:creationId xmlns:a16="http://schemas.microsoft.com/office/drawing/2014/main" id="{CF4DB07C-46D7-487F-9CED-9B06EA17A968}"/>
              </a:ext>
            </a:extLst>
          </p:cNvPr>
          <p:cNvSpPr>
            <a:spLocks xmlns:a="http://schemas.openxmlformats.org/drawingml/2006/main" noGrp="1"/>
          </p:cNvSpPr>
          <p:nvPr/>
        </p:nvSpPr>
        <p:spPr>
          <a:xfrm xmlns:a="http://schemas.openxmlformats.org/drawingml/2006/main">
            <a:off x="8705850" y="260032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運用サマリで件数を確認</a:t>
            </a:r>
          </a:p>
        </p:txBody>
      </p:sp>
      <p:sp>
        <p:nvSpPr>
          <p:cNvPr id="12" name="">
            <a:extLst xmlns:a="http://schemas.openxmlformats.org/drawingml/2006/main">
              <a:ext uri="{FF2B5EF4-FFF2-40B4-BE49-F238E27FC236}">
                <a16:creationId xmlns:a16="http://schemas.microsoft.com/office/drawing/2014/main" id="{62E45C43-3046-4414-B955-321894F3DB82}"/>
              </a:ext>
            </a:extLst>
          </p:cNvPr>
          <p:cNvSpPr>
            <a:spLocks xmlns:a="http://schemas.openxmlformats.org/drawingml/2006/main" noGrp="1"/>
          </p:cNvSpPr>
          <p:nvPr/>
        </p:nvSpPr>
        <p:spPr>
          <a:xfrm xmlns:a="http://schemas.openxmlformats.org/drawingml/2006/main">
            <a:off x="8134350" y="3352800"/>
            <a:ext cx="342900" cy="342900"/>
          </a:xfrm>
          <a:prstGeom xmlns:a="http://schemas.openxmlformats.org/drawingml/2006/main" prst="ellipse">
            <a:avLst/>
          </a:prstGeom>
          <a:solidFill xmlns:a="http://schemas.openxmlformats.org/drawingml/2006/main">
            <a:srgbClr val="A7690B"/>
          </a:solidFill>
          <a:ln xmlns:a="http://schemas.openxmlformats.org/drawingml/2006/main" w="0">
            <a:solidFill>
              <a:srgbClr val="A7690B"/>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3" name="">
            <a:extLst xmlns:a="http://schemas.openxmlformats.org/drawingml/2006/main">
              <a:ext uri="{FF2B5EF4-FFF2-40B4-BE49-F238E27FC236}">
                <a16:creationId xmlns:a16="http://schemas.microsoft.com/office/drawing/2014/main" id="{B7284B73-3C1C-4163-BD65-5F4EA3617291}"/>
              </a:ext>
            </a:extLst>
          </p:cNvPr>
          <p:cNvSpPr>
            <a:spLocks xmlns:a="http://schemas.openxmlformats.org/drawingml/2006/main" noGrp="1"/>
          </p:cNvSpPr>
          <p:nvPr/>
        </p:nvSpPr>
        <p:spPr>
          <a:xfrm xmlns:a="http://schemas.openxmlformats.org/drawingml/2006/main">
            <a:off x="8591550" y="3324225"/>
            <a:ext cx="295275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A7690B"/>
            </a:solidFill>
            <a:prstDash val="solid"/>
          </a:ln>
        </p:spPr>
      </p:sp>
      <p:sp>
        <p:nvSpPr>
          <p:cNvPr id="14" name="text-gztva5">
            <a:extLst xmlns:a="http://schemas.openxmlformats.org/drawingml/2006/main">
              <a:ext uri="{FF2B5EF4-FFF2-40B4-BE49-F238E27FC236}">
                <a16:creationId xmlns:a16="http://schemas.microsoft.com/office/drawing/2014/main" id="{5623FC94-6A5D-4429-ACBC-9D7F9E302F67}"/>
              </a:ext>
            </a:extLst>
          </p:cNvPr>
          <p:cNvSpPr>
            <a:spLocks xmlns:a="http://schemas.openxmlformats.org/drawingml/2006/main" noGrp="1"/>
          </p:cNvSpPr>
          <p:nvPr/>
        </p:nvSpPr>
        <p:spPr>
          <a:xfrm xmlns:a="http://schemas.openxmlformats.org/drawingml/2006/main">
            <a:off x="8705850" y="3343275"/>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履歴から対象依頼を開く</a:t>
            </a:r>
          </a:p>
        </p:txBody>
      </p:sp>
      <p:sp>
        <p:nvSpPr>
          <p:cNvPr id="15" name="">
            <a:extLst xmlns:a="http://schemas.openxmlformats.org/drawingml/2006/main">
              <a:ext uri="{FF2B5EF4-FFF2-40B4-BE49-F238E27FC236}">
                <a16:creationId xmlns:a16="http://schemas.microsoft.com/office/drawing/2014/main" id="{DDA1B693-BB51-4090-ADE4-43A11CE8F175}"/>
              </a:ext>
            </a:extLst>
          </p:cNvPr>
          <p:cNvSpPr>
            <a:spLocks xmlns:a="http://schemas.openxmlformats.org/drawingml/2006/main" noGrp="1"/>
          </p:cNvSpPr>
          <p:nvPr/>
        </p:nvSpPr>
        <p:spPr>
          <a:xfrm xmlns:a="http://schemas.openxmlformats.org/drawingml/2006/main">
            <a:off x="8134350" y="4114800"/>
            <a:ext cx="3219450" cy="15240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6" name="text-kz8ouj">
            <a:extLst xmlns:a="http://schemas.openxmlformats.org/drawingml/2006/main">
              <a:ext uri="{FF2B5EF4-FFF2-40B4-BE49-F238E27FC236}">
                <a16:creationId xmlns:a16="http://schemas.microsoft.com/office/drawing/2014/main" id="{A745A787-448A-4A8F-BD81-32F02A26F9DD}"/>
              </a:ext>
            </a:extLst>
          </p:cNvPr>
          <p:cNvSpPr>
            <a:spLocks xmlns:a="http://schemas.openxmlformats.org/drawingml/2006/main" noGrp="1"/>
          </p:cNvSpPr>
          <p:nvPr/>
        </p:nvSpPr>
        <p:spPr>
          <a:xfrm xmlns:a="http://schemas.openxmlformats.org/drawingml/2006/main">
            <a:off x="8324850" y="42481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同期の用途</a:t>
            </a:r>
          </a:p>
        </p:txBody>
      </p:sp>
      <p:sp>
        <p:nvSpPr>
          <p:cNvPr id="17" name="">
            <a:extLst xmlns:a="http://schemas.openxmlformats.org/drawingml/2006/main">
              <a:ext uri="{FF2B5EF4-FFF2-40B4-BE49-F238E27FC236}">
                <a16:creationId xmlns:a16="http://schemas.microsoft.com/office/drawing/2014/main" id="{055DAE4D-0CDF-4B4F-9337-31762A8F9EBE}"/>
              </a:ext>
            </a:extLst>
          </p:cNvPr>
          <p:cNvSpPr>
            <a:spLocks xmlns:a="http://schemas.openxmlformats.org/drawingml/2006/main" noGrp="1"/>
          </p:cNvSpPr>
          <p:nvPr/>
        </p:nvSpPr>
        <p:spPr>
          <a:xfrm xmlns:a="http://schemas.openxmlformats.org/drawingml/2006/main">
            <a:off x="8324850" y="46958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8" name="text-aa4f5b">
            <a:extLst xmlns:a="http://schemas.openxmlformats.org/drawingml/2006/main">
              <a:ext uri="{FF2B5EF4-FFF2-40B4-BE49-F238E27FC236}">
                <a16:creationId xmlns:a16="http://schemas.microsoft.com/office/drawing/2014/main" id="{F832DE18-7DE8-4E78-BB62-D1092D1BF16D}"/>
              </a:ext>
            </a:extLst>
          </p:cNvPr>
          <p:cNvSpPr>
            <a:spLocks xmlns:a="http://schemas.openxmlformats.org/drawingml/2006/main" noGrp="1"/>
          </p:cNvSpPr>
          <p:nvPr/>
        </p:nvSpPr>
        <p:spPr>
          <a:xfrm xmlns:a="http://schemas.openxmlformats.org/drawingml/2006/main">
            <a:off x="8534400" y="459105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依頼の進捗確認</a:t>
            </a:r>
          </a:p>
        </p:txBody>
      </p:sp>
      <p:sp>
        <p:nvSpPr>
          <p:cNvPr id="19" name="">
            <a:extLst xmlns:a="http://schemas.openxmlformats.org/drawingml/2006/main">
              <a:ext uri="{FF2B5EF4-FFF2-40B4-BE49-F238E27FC236}">
                <a16:creationId xmlns:a16="http://schemas.microsoft.com/office/drawing/2014/main" id="{AC1CB6D8-B89D-45A4-B066-7E1283770C15}"/>
              </a:ext>
            </a:extLst>
          </p:cNvPr>
          <p:cNvSpPr>
            <a:spLocks xmlns:a="http://schemas.openxmlformats.org/drawingml/2006/main" noGrp="1"/>
          </p:cNvSpPr>
          <p:nvPr/>
        </p:nvSpPr>
        <p:spPr>
          <a:xfrm xmlns:a="http://schemas.openxmlformats.org/drawingml/2006/main">
            <a:off x="8324850" y="50387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20" name="text-027plw">
            <a:extLst xmlns:a="http://schemas.openxmlformats.org/drawingml/2006/main">
              <a:ext uri="{FF2B5EF4-FFF2-40B4-BE49-F238E27FC236}">
                <a16:creationId xmlns:a16="http://schemas.microsoft.com/office/drawing/2014/main" id="{565B0C4A-ED6D-4CB4-B922-0A590D13D0EE}"/>
              </a:ext>
            </a:extLst>
          </p:cNvPr>
          <p:cNvSpPr>
            <a:spLocks xmlns:a="http://schemas.openxmlformats.org/drawingml/2006/main" noGrp="1"/>
          </p:cNvSpPr>
          <p:nvPr/>
        </p:nvSpPr>
        <p:spPr>
          <a:xfrm xmlns:a="http://schemas.openxmlformats.org/drawingml/2006/main">
            <a:off x="8534400" y="493395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完了済みの再編集判断</a:t>
            </a:r>
          </a:p>
        </p:txBody>
      </p:sp>
      <p:sp>
        <p:nvSpPr>
          <p:cNvPr id="21" name="">
            <a:extLst xmlns:a="http://schemas.openxmlformats.org/drawingml/2006/main">
              <a:ext uri="{FF2B5EF4-FFF2-40B4-BE49-F238E27FC236}">
                <a16:creationId xmlns:a16="http://schemas.microsoft.com/office/drawing/2014/main" id="{A842D13A-D436-4FCA-9392-1F87F62205FB}"/>
              </a:ext>
            </a:extLst>
          </p:cNvPr>
          <p:cNvSpPr>
            <a:spLocks xmlns:a="http://schemas.openxmlformats.org/drawingml/2006/main" noGrp="1"/>
          </p:cNvSpPr>
          <p:nvPr/>
        </p:nvSpPr>
        <p:spPr>
          <a:xfrm xmlns:a="http://schemas.openxmlformats.org/drawingml/2006/main">
            <a:off x="8324850" y="538162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22" name="text-g51lrx">
            <a:extLst xmlns:a="http://schemas.openxmlformats.org/drawingml/2006/main">
              <a:ext uri="{FF2B5EF4-FFF2-40B4-BE49-F238E27FC236}">
                <a16:creationId xmlns:a16="http://schemas.microsoft.com/office/drawing/2014/main" id="{A9DFC32A-0995-4B5C-8D22-A55440BEA0EB}"/>
              </a:ext>
            </a:extLst>
          </p:cNvPr>
          <p:cNvSpPr>
            <a:spLocks xmlns:a="http://schemas.openxmlformats.org/drawingml/2006/main" noGrp="1"/>
          </p:cNvSpPr>
          <p:nvPr/>
        </p:nvSpPr>
        <p:spPr>
          <a:xfrm xmlns:a="http://schemas.openxmlformats.org/drawingml/2006/main">
            <a:off x="8534400" y="5276850"/>
            <a:ext cx="2552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0F1720"/>
                </a:solidFill>
              </a:defRPr>
            </a:pPr>
            <a:r>
              <a:rPr sz="1125" b="0">
                <a:solidFill>
                  <a:srgbClr val="0F1720"/>
                </a:solidFill>
              </a:rPr>
              <a:t>画像作業あり件数の把握</a:t>
            </a:r>
          </a:p>
        </p:txBody>
      </p:sp>
      <p:sp>
        <p:nvSpPr>
          <p:cNvPr id="23" name="text-kvu5rg">
            <a:extLst xmlns:a="http://schemas.openxmlformats.org/drawingml/2006/main">
              <a:ext uri="{FF2B5EF4-FFF2-40B4-BE49-F238E27FC236}">
                <a16:creationId xmlns:a16="http://schemas.microsoft.com/office/drawing/2014/main" id="{B490E941-CB83-4BB9-9217-85AC8F8F0D7E}"/>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22</a:t>
            </a:r>
          </a:p>
        </p:txBody>
      </p:sp>
    </p:spTree>
    <p:extLst>
      <p:ext uri="{BB962C8B-B14F-4D97-AF65-F5344CB8AC3E}">
        <p14:creationId xmlns:p14="http://schemas.microsoft.com/office/powerpoint/2010/main" val="226234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text-8fnls7">
            <a:extLst xmlns:a="http://schemas.openxmlformats.org/drawingml/2006/main">
              <a:ext uri="{FF2B5EF4-FFF2-40B4-BE49-F238E27FC236}">
                <a16:creationId xmlns:a16="http://schemas.microsoft.com/office/drawing/2014/main" id="{B2BED337-42EE-47AD-906F-CF6ED251246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22 / SETTINGS MASTER</a:t>
            </a:r>
          </a:p>
        </p:txBody>
      </p:sp>
      <p:sp>
        <p:nvSpPr>
          <p:cNvPr id="2" name="text-naj5n0">
            <a:extLst xmlns:a="http://schemas.openxmlformats.org/drawingml/2006/main">
              <a:ext uri="{FF2B5EF4-FFF2-40B4-BE49-F238E27FC236}">
                <a16:creationId xmlns:a16="http://schemas.microsoft.com/office/drawing/2014/main" id="{73560805-7322-44BA-83E9-4326E4F5355F}"/>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設定マスタは「フォームと固定PCの共通ルール」</a:t>
            </a:r>
          </a:p>
        </p:txBody>
      </p:sp>
      <p:sp>
        <p:nvSpPr>
          <p:cNvPr id="3" name="text-pi7r0j">
            <a:extLst xmlns:a="http://schemas.openxmlformats.org/drawingml/2006/main">
              <a:ext uri="{FF2B5EF4-FFF2-40B4-BE49-F238E27FC236}">
                <a16:creationId xmlns:a16="http://schemas.microsoft.com/office/drawing/2014/main" id="{DD964465-08EF-49E6-840C-D0B21A621F7C}"/>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列名・IDは連携キー。追加は行単位、削除・列変更は管理者のみです。</a:t>
            </a:r>
          </a:p>
        </p:txBody>
      </p:sp>
      <p:sp>
        <p:nvSpPr>
          <p:cNvPr id="4" name="">
            <a:extLst xmlns:a="http://schemas.openxmlformats.org/drawingml/2006/main">
              <a:ext uri="{FF2B5EF4-FFF2-40B4-BE49-F238E27FC236}">
                <a16:creationId xmlns:a16="http://schemas.microsoft.com/office/drawing/2014/main" id="{06A23167-E609-43D5-A113-80F490415741}"/>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B507922A-60EE-4CD8-85A4-C8D9868CEEFE}"/>
              </a:ext>
            </a:extLst>
          </p:cNvPr>
          <p:cNvSpPr>
            <a:spLocks xmlns:a="http://schemas.openxmlformats.org/drawingml/2006/main" noGrp="1"/>
          </p:cNvSpPr>
          <p:nvPr/>
        </p:nvSpPr>
        <p:spPr>
          <a:xfrm xmlns:a="http://schemas.openxmlformats.org/drawingml/2006/main">
            <a:off x="609600" y="1676400"/>
            <a:ext cx="26670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f7jx9s">
            <a:extLst xmlns:a="http://schemas.openxmlformats.org/drawingml/2006/main">
              <a:ext uri="{FF2B5EF4-FFF2-40B4-BE49-F238E27FC236}">
                <a16:creationId xmlns:a16="http://schemas.microsoft.com/office/drawing/2014/main" id="{E65EFF09-4BDB-4ABB-BBA4-2A436C3F1582}"/>
              </a:ext>
            </a:extLst>
          </p:cNvPr>
          <p:cNvSpPr>
            <a:spLocks xmlns:a="http://schemas.openxmlformats.org/drawingml/2006/main" noGrp="1"/>
          </p:cNvSpPr>
          <p:nvPr/>
        </p:nvSpPr>
        <p:spPr>
          <a:xfrm xmlns:a="http://schemas.openxmlformats.org/drawingml/2006/main">
            <a:off x="685800" y="1676400"/>
            <a:ext cx="251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シート</a:t>
            </a:r>
          </a:p>
        </p:txBody>
      </p:sp>
      <p:sp>
        <p:nvSpPr>
          <p:cNvPr id="7" name="">
            <a:extLst xmlns:a="http://schemas.openxmlformats.org/drawingml/2006/main">
              <a:ext uri="{FF2B5EF4-FFF2-40B4-BE49-F238E27FC236}">
                <a16:creationId xmlns:a16="http://schemas.microsoft.com/office/drawing/2014/main" id="{203DC627-59F7-4B92-B552-5FC878B3691F}"/>
              </a:ext>
            </a:extLst>
          </p:cNvPr>
          <p:cNvSpPr>
            <a:spLocks xmlns:a="http://schemas.openxmlformats.org/drawingml/2006/main" noGrp="1"/>
          </p:cNvSpPr>
          <p:nvPr/>
        </p:nvSpPr>
        <p:spPr>
          <a:xfrm xmlns:a="http://schemas.openxmlformats.org/drawingml/2006/main">
            <a:off x="3276600" y="1676400"/>
            <a:ext cx="5619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j3j9v3">
            <a:extLst xmlns:a="http://schemas.openxmlformats.org/drawingml/2006/main">
              <a:ext uri="{FF2B5EF4-FFF2-40B4-BE49-F238E27FC236}">
                <a16:creationId xmlns:a16="http://schemas.microsoft.com/office/drawing/2014/main" id="{EA0CB18F-C07D-4000-A217-C497080B9FF9}"/>
              </a:ext>
            </a:extLst>
          </p:cNvPr>
          <p:cNvSpPr>
            <a:spLocks xmlns:a="http://schemas.openxmlformats.org/drawingml/2006/main" noGrp="1"/>
          </p:cNvSpPr>
          <p:nvPr/>
        </p:nvSpPr>
        <p:spPr>
          <a:xfrm xmlns:a="http://schemas.openxmlformats.org/drawingml/2006/main">
            <a:off x="3352800" y="1676400"/>
            <a:ext cx="546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役割</a:t>
            </a:r>
          </a:p>
        </p:txBody>
      </p:sp>
      <p:sp>
        <p:nvSpPr>
          <p:cNvPr id="9" name="">
            <a:extLst xmlns:a="http://schemas.openxmlformats.org/drawingml/2006/main">
              <a:ext uri="{FF2B5EF4-FFF2-40B4-BE49-F238E27FC236}">
                <a16:creationId xmlns:a16="http://schemas.microsoft.com/office/drawing/2014/main" id="{5C3AC160-D985-4C33-87DA-B34F6A066985}"/>
              </a:ext>
            </a:extLst>
          </p:cNvPr>
          <p:cNvSpPr>
            <a:spLocks xmlns:a="http://schemas.openxmlformats.org/drawingml/2006/main" noGrp="1"/>
          </p:cNvSpPr>
          <p:nvPr/>
        </p:nvSpPr>
        <p:spPr>
          <a:xfrm xmlns:a="http://schemas.openxmlformats.org/drawingml/2006/main">
            <a:off x="8896350" y="1676400"/>
            <a:ext cx="26860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zlsh8x">
            <a:extLst xmlns:a="http://schemas.openxmlformats.org/drawingml/2006/main">
              <a:ext uri="{FF2B5EF4-FFF2-40B4-BE49-F238E27FC236}">
                <a16:creationId xmlns:a16="http://schemas.microsoft.com/office/drawing/2014/main" id="{96E977A4-71EA-4788-B347-08673D79EF0F}"/>
              </a:ext>
            </a:extLst>
          </p:cNvPr>
          <p:cNvSpPr>
            <a:spLocks xmlns:a="http://schemas.openxmlformats.org/drawingml/2006/main" noGrp="1"/>
          </p:cNvSpPr>
          <p:nvPr/>
        </p:nvSpPr>
        <p:spPr>
          <a:xfrm xmlns:a="http://schemas.openxmlformats.org/drawingml/2006/main">
            <a:off x="8972550" y="167640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通常の更新担当</a:t>
            </a:r>
          </a:p>
        </p:txBody>
      </p:sp>
      <p:sp>
        <p:nvSpPr>
          <p:cNvPr id="11" name="">
            <a:extLst xmlns:a="http://schemas.openxmlformats.org/drawingml/2006/main">
              <a:ext uri="{FF2B5EF4-FFF2-40B4-BE49-F238E27FC236}">
                <a16:creationId xmlns:a16="http://schemas.microsoft.com/office/drawing/2014/main" id="{4E480DA9-B8B7-43AB-926F-A5F545706360}"/>
              </a:ext>
            </a:extLst>
          </p:cNvPr>
          <p:cNvSpPr>
            <a:spLocks xmlns:a="http://schemas.openxmlformats.org/drawingml/2006/main" noGrp="1"/>
          </p:cNvSpPr>
          <p:nvPr/>
        </p:nvSpPr>
        <p:spPr>
          <a:xfrm xmlns:a="http://schemas.openxmlformats.org/drawingml/2006/main">
            <a:off x="609600" y="2038350"/>
            <a:ext cx="2667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r6u552">
            <a:extLst xmlns:a="http://schemas.openxmlformats.org/drawingml/2006/main">
              <a:ext uri="{FF2B5EF4-FFF2-40B4-BE49-F238E27FC236}">
                <a16:creationId xmlns:a16="http://schemas.microsoft.com/office/drawing/2014/main" id="{38C6180F-DB9B-4D20-A4B6-D2DA70636C29}"/>
              </a:ext>
            </a:extLst>
          </p:cNvPr>
          <p:cNvSpPr>
            <a:spLocks xmlns:a="http://schemas.openxmlformats.org/drawingml/2006/main" noGrp="1"/>
          </p:cNvSpPr>
          <p:nvPr/>
        </p:nvSpPr>
        <p:spPr>
          <a:xfrm xmlns:a="http://schemas.openxmlformats.org/drawingml/2006/main">
            <a:off x="685800" y="206692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利用ガイド</a:t>
            </a:r>
          </a:p>
        </p:txBody>
      </p:sp>
      <p:sp>
        <p:nvSpPr>
          <p:cNvPr id="13" name="">
            <a:extLst xmlns:a="http://schemas.openxmlformats.org/drawingml/2006/main">
              <a:ext uri="{FF2B5EF4-FFF2-40B4-BE49-F238E27FC236}">
                <a16:creationId xmlns:a16="http://schemas.microsoft.com/office/drawing/2014/main" id="{7CABA743-00D3-4F42-82DB-D7AD8F1A9E42}"/>
              </a:ext>
            </a:extLst>
          </p:cNvPr>
          <p:cNvSpPr>
            <a:spLocks xmlns:a="http://schemas.openxmlformats.org/drawingml/2006/main" noGrp="1"/>
          </p:cNvSpPr>
          <p:nvPr/>
        </p:nvSpPr>
        <p:spPr>
          <a:xfrm xmlns:a="http://schemas.openxmlformats.org/drawingml/2006/main">
            <a:off x="3276600" y="2038350"/>
            <a:ext cx="561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6xk473">
            <a:extLst xmlns:a="http://schemas.openxmlformats.org/drawingml/2006/main">
              <a:ext uri="{FF2B5EF4-FFF2-40B4-BE49-F238E27FC236}">
                <a16:creationId xmlns:a16="http://schemas.microsoft.com/office/drawing/2014/main" id="{59E83ABE-86E6-4E13-BFB9-137DEC4F6745}"/>
              </a:ext>
            </a:extLst>
          </p:cNvPr>
          <p:cNvSpPr>
            <a:spLocks xmlns:a="http://schemas.openxmlformats.org/drawingml/2006/main" noGrp="1"/>
          </p:cNvSpPr>
          <p:nvPr/>
        </p:nvSpPr>
        <p:spPr>
          <a:xfrm xmlns:a="http://schemas.openxmlformats.org/drawingml/2006/main">
            <a:off x="3352800" y="206692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各シートの目的・注意事項</a:t>
            </a:r>
          </a:p>
        </p:txBody>
      </p:sp>
      <p:sp>
        <p:nvSpPr>
          <p:cNvPr id="15" name="">
            <a:extLst xmlns:a="http://schemas.openxmlformats.org/drawingml/2006/main">
              <a:ext uri="{FF2B5EF4-FFF2-40B4-BE49-F238E27FC236}">
                <a16:creationId xmlns:a16="http://schemas.microsoft.com/office/drawing/2014/main" id="{8212C67C-DF03-45FE-A374-1CDDDAC81509}"/>
              </a:ext>
            </a:extLst>
          </p:cNvPr>
          <p:cNvSpPr>
            <a:spLocks xmlns:a="http://schemas.openxmlformats.org/drawingml/2006/main" noGrp="1"/>
          </p:cNvSpPr>
          <p:nvPr/>
        </p:nvSpPr>
        <p:spPr>
          <a:xfrm xmlns:a="http://schemas.openxmlformats.org/drawingml/2006/main">
            <a:off x="8896350" y="2038350"/>
            <a:ext cx="26860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3lvn13">
            <a:extLst xmlns:a="http://schemas.openxmlformats.org/drawingml/2006/main">
              <a:ext uri="{FF2B5EF4-FFF2-40B4-BE49-F238E27FC236}">
                <a16:creationId xmlns:a16="http://schemas.microsoft.com/office/drawing/2014/main" id="{E2013316-49C9-49D9-A6A6-BD2101FA4BB5}"/>
              </a:ext>
            </a:extLst>
          </p:cNvPr>
          <p:cNvSpPr>
            <a:spLocks xmlns:a="http://schemas.openxmlformats.org/drawingml/2006/main" noGrp="1"/>
          </p:cNvSpPr>
          <p:nvPr/>
        </p:nvSpPr>
        <p:spPr>
          <a:xfrm xmlns:a="http://schemas.openxmlformats.org/drawingml/2006/main">
            <a:off x="8972550" y="206692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全員が参照</a:t>
            </a:r>
          </a:p>
        </p:txBody>
      </p:sp>
      <p:sp>
        <p:nvSpPr>
          <p:cNvPr id="17" name="">
            <a:extLst xmlns:a="http://schemas.openxmlformats.org/drawingml/2006/main">
              <a:ext uri="{FF2B5EF4-FFF2-40B4-BE49-F238E27FC236}">
                <a16:creationId xmlns:a16="http://schemas.microsoft.com/office/drawing/2014/main" id="{78ACC4DC-C875-431B-A5FC-2ADD0E3F991D}"/>
              </a:ext>
            </a:extLst>
          </p:cNvPr>
          <p:cNvSpPr>
            <a:spLocks xmlns:a="http://schemas.openxmlformats.org/drawingml/2006/main" noGrp="1"/>
          </p:cNvSpPr>
          <p:nvPr/>
        </p:nvSpPr>
        <p:spPr>
          <a:xfrm xmlns:a="http://schemas.openxmlformats.org/drawingml/2006/main">
            <a:off x="609600" y="2552700"/>
            <a:ext cx="266700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4cu6hw">
            <a:extLst xmlns:a="http://schemas.openxmlformats.org/drawingml/2006/main">
              <a:ext uri="{FF2B5EF4-FFF2-40B4-BE49-F238E27FC236}">
                <a16:creationId xmlns:a16="http://schemas.microsoft.com/office/drawing/2014/main" id="{3EFDD044-AD8E-4E1B-974A-DC2E6F3C9BDC}"/>
              </a:ext>
            </a:extLst>
          </p:cNvPr>
          <p:cNvSpPr>
            <a:spLocks xmlns:a="http://schemas.openxmlformats.org/drawingml/2006/main" noGrp="1"/>
          </p:cNvSpPr>
          <p:nvPr/>
        </p:nvSpPr>
        <p:spPr>
          <a:xfrm xmlns:a="http://schemas.openxmlformats.org/drawingml/2006/main">
            <a:off x="685800" y="258127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共通設定</a:t>
            </a:r>
          </a:p>
        </p:txBody>
      </p:sp>
      <p:sp>
        <p:nvSpPr>
          <p:cNvPr id="19" name="">
            <a:extLst xmlns:a="http://schemas.openxmlformats.org/drawingml/2006/main">
              <a:ext uri="{FF2B5EF4-FFF2-40B4-BE49-F238E27FC236}">
                <a16:creationId xmlns:a16="http://schemas.microsoft.com/office/drawing/2014/main" id="{234C5C30-6D9A-42FF-8478-30CEE524A74D}"/>
              </a:ext>
            </a:extLst>
          </p:cNvPr>
          <p:cNvSpPr>
            <a:spLocks xmlns:a="http://schemas.openxmlformats.org/drawingml/2006/main" noGrp="1"/>
          </p:cNvSpPr>
          <p:nvPr/>
        </p:nvSpPr>
        <p:spPr>
          <a:xfrm xmlns:a="http://schemas.openxmlformats.org/drawingml/2006/main">
            <a:off x="3276600" y="2552700"/>
            <a:ext cx="56197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pn50pt">
            <a:extLst xmlns:a="http://schemas.openxmlformats.org/drawingml/2006/main">
              <a:ext uri="{FF2B5EF4-FFF2-40B4-BE49-F238E27FC236}">
                <a16:creationId xmlns:a16="http://schemas.microsoft.com/office/drawing/2014/main" id="{291F09FD-98CF-4A7F-A04C-85C1482F3FA1}"/>
              </a:ext>
            </a:extLst>
          </p:cNvPr>
          <p:cNvSpPr>
            <a:spLocks xmlns:a="http://schemas.openxmlformats.org/drawingml/2006/main" noGrp="1"/>
          </p:cNvSpPr>
          <p:nvPr/>
        </p:nvSpPr>
        <p:spPr>
          <a:xfrm xmlns:a="http://schemas.openxmlformats.org/drawingml/2006/main">
            <a:off x="3352800" y="25812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基本実行時刻・確認間隔・タイムゾーン</a:t>
            </a:r>
          </a:p>
        </p:txBody>
      </p:sp>
      <p:sp>
        <p:nvSpPr>
          <p:cNvPr id="21" name="">
            <a:extLst xmlns:a="http://schemas.openxmlformats.org/drawingml/2006/main">
              <a:ext uri="{FF2B5EF4-FFF2-40B4-BE49-F238E27FC236}">
                <a16:creationId xmlns:a16="http://schemas.microsoft.com/office/drawing/2014/main" id="{E6B89718-F754-48A0-8E5C-765DA33F0BD3}"/>
              </a:ext>
            </a:extLst>
          </p:cNvPr>
          <p:cNvSpPr>
            <a:spLocks xmlns:a="http://schemas.openxmlformats.org/drawingml/2006/main" noGrp="1"/>
          </p:cNvSpPr>
          <p:nvPr/>
        </p:nvSpPr>
        <p:spPr>
          <a:xfrm xmlns:a="http://schemas.openxmlformats.org/drawingml/2006/main">
            <a:off x="8896350" y="2552700"/>
            <a:ext cx="26860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lfcvcq">
            <a:extLst xmlns:a="http://schemas.openxmlformats.org/drawingml/2006/main">
              <a:ext uri="{FF2B5EF4-FFF2-40B4-BE49-F238E27FC236}">
                <a16:creationId xmlns:a16="http://schemas.microsoft.com/office/drawing/2014/main" id="{3F763DAE-E914-4C84-BB42-F6DF064F5B1B}"/>
              </a:ext>
            </a:extLst>
          </p:cNvPr>
          <p:cNvSpPr>
            <a:spLocks xmlns:a="http://schemas.openxmlformats.org/drawingml/2006/main" noGrp="1"/>
          </p:cNvSpPr>
          <p:nvPr/>
        </p:nvSpPr>
        <p:spPr>
          <a:xfrm xmlns:a="http://schemas.openxmlformats.org/drawingml/2006/main">
            <a:off x="8972550" y="258127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固定PC管理者</a:t>
            </a:r>
          </a:p>
        </p:txBody>
      </p:sp>
      <p:sp>
        <p:nvSpPr>
          <p:cNvPr id="23" name="">
            <a:extLst xmlns:a="http://schemas.openxmlformats.org/drawingml/2006/main">
              <a:ext uri="{FF2B5EF4-FFF2-40B4-BE49-F238E27FC236}">
                <a16:creationId xmlns:a16="http://schemas.microsoft.com/office/drawing/2014/main" id="{4FFB7DE5-EDEA-4725-AF7E-DEFD4272CAC2}"/>
              </a:ext>
            </a:extLst>
          </p:cNvPr>
          <p:cNvSpPr>
            <a:spLocks xmlns:a="http://schemas.openxmlformats.org/drawingml/2006/main" noGrp="1"/>
          </p:cNvSpPr>
          <p:nvPr/>
        </p:nvSpPr>
        <p:spPr>
          <a:xfrm xmlns:a="http://schemas.openxmlformats.org/drawingml/2006/main">
            <a:off x="609600" y="3067050"/>
            <a:ext cx="2667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3fcqjv">
            <a:extLst xmlns:a="http://schemas.openxmlformats.org/drawingml/2006/main">
              <a:ext uri="{FF2B5EF4-FFF2-40B4-BE49-F238E27FC236}">
                <a16:creationId xmlns:a16="http://schemas.microsoft.com/office/drawing/2014/main" id="{49C359C3-68A2-4BF0-89E5-2CD00ADEC74E}"/>
              </a:ext>
            </a:extLst>
          </p:cNvPr>
          <p:cNvSpPr>
            <a:spLocks xmlns:a="http://schemas.openxmlformats.org/drawingml/2006/main" noGrp="1"/>
          </p:cNvSpPr>
          <p:nvPr/>
        </p:nvSpPr>
        <p:spPr>
          <a:xfrm xmlns:a="http://schemas.openxmlformats.org/drawingml/2006/main">
            <a:off x="685800" y="309562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自治体設定</a:t>
            </a:r>
          </a:p>
        </p:txBody>
      </p:sp>
      <p:sp>
        <p:nvSpPr>
          <p:cNvPr id="25" name="">
            <a:extLst xmlns:a="http://schemas.openxmlformats.org/drawingml/2006/main">
              <a:ext uri="{FF2B5EF4-FFF2-40B4-BE49-F238E27FC236}">
                <a16:creationId xmlns:a16="http://schemas.microsoft.com/office/drawing/2014/main" id="{A8330F91-7F04-4D69-A19F-707282717CA4}"/>
              </a:ext>
            </a:extLst>
          </p:cNvPr>
          <p:cNvSpPr>
            <a:spLocks xmlns:a="http://schemas.openxmlformats.org/drawingml/2006/main" noGrp="1"/>
          </p:cNvSpPr>
          <p:nvPr/>
        </p:nvSpPr>
        <p:spPr>
          <a:xfrm xmlns:a="http://schemas.openxmlformats.org/drawingml/2006/main">
            <a:off x="3276600" y="3067050"/>
            <a:ext cx="561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n7qu28">
            <a:extLst xmlns:a="http://schemas.openxmlformats.org/drawingml/2006/main">
              <a:ext uri="{FF2B5EF4-FFF2-40B4-BE49-F238E27FC236}">
                <a16:creationId xmlns:a16="http://schemas.microsoft.com/office/drawing/2014/main" id="{0FC771EB-5879-4638-9AD3-CF4949035DAA}"/>
              </a:ext>
            </a:extLst>
          </p:cNvPr>
          <p:cNvSpPr>
            <a:spLocks xmlns:a="http://schemas.openxmlformats.org/drawingml/2006/main" noGrp="1"/>
          </p:cNvSpPr>
          <p:nvPr/>
        </p:nvSpPr>
        <p:spPr>
          <a:xfrm xmlns:a="http://schemas.openxmlformats.org/drawingml/2006/main">
            <a:off x="3352800" y="309562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取得先・出力先・有効・実行時刻・担当情報</a:t>
            </a:r>
          </a:p>
        </p:txBody>
      </p:sp>
      <p:sp>
        <p:nvSpPr>
          <p:cNvPr id="27" name="">
            <a:extLst xmlns:a="http://schemas.openxmlformats.org/drawingml/2006/main">
              <a:ext uri="{FF2B5EF4-FFF2-40B4-BE49-F238E27FC236}">
                <a16:creationId xmlns:a16="http://schemas.microsoft.com/office/drawing/2014/main" id="{2ED0D0E4-7FD3-412A-9F03-A3F740F26880}"/>
              </a:ext>
            </a:extLst>
          </p:cNvPr>
          <p:cNvSpPr>
            <a:spLocks xmlns:a="http://schemas.openxmlformats.org/drawingml/2006/main" noGrp="1"/>
          </p:cNvSpPr>
          <p:nvPr/>
        </p:nvSpPr>
        <p:spPr>
          <a:xfrm xmlns:a="http://schemas.openxmlformats.org/drawingml/2006/main">
            <a:off x="8896350" y="3067050"/>
            <a:ext cx="26860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tnp0rm">
            <a:extLst xmlns:a="http://schemas.openxmlformats.org/drawingml/2006/main">
              <a:ext uri="{FF2B5EF4-FFF2-40B4-BE49-F238E27FC236}">
                <a16:creationId xmlns:a16="http://schemas.microsoft.com/office/drawing/2014/main" id="{EB81F6BB-8ED6-47A1-BC9D-A35485C9DA3F}"/>
              </a:ext>
            </a:extLst>
          </p:cNvPr>
          <p:cNvSpPr>
            <a:spLocks xmlns:a="http://schemas.openxmlformats.org/drawingml/2006/main" noGrp="1"/>
          </p:cNvSpPr>
          <p:nvPr/>
        </p:nvSpPr>
        <p:spPr>
          <a:xfrm xmlns:a="http://schemas.openxmlformats.org/drawingml/2006/main">
            <a:off x="8972550" y="309562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システム管理者</a:t>
            </a:r>
          </a:p>
        </p:txBody>
      </p:sp>
      <p:sp>
        <p:nvSpPr>
          <p:cNvPr id="29" name="">
            <a:extLst xmlns:a="http://schemas.openxmlformats.org/drawingml/2006/main">
              <a:ext uri="{FF2B5EF4-FFF2-40B4-BE49-F238E27FC236}">
                <a16:creationId xmlns:a16="http://schemas.microsoft.com/office/drawing/2014/main" id="{ABE104B8-5ED2-4801-B2BC-C9E4F53F93C3}"/>
              </a:ext>
            </a:extLst>
          </p:cNvPr>
          <p:cNvSpPr>
            <a:spLocks xmlns:a="http://schemas.openxmlformats.org/drawingml/2006/main" noGrp="1"/>
          </p:cNvSpPr>
          <p:nvPr/>
        </p:nvSpPr>
        <p:spPr>
          <a:xfrm xmlns:a="http://schemas.openxmlformats.org/drawingml/2006/main">
            <a:off x="609600" y="3581400"/>
            <a:ext cx="266700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ckcxgn">
            <a:extLst xmlns:a="http://schemas.openxmlformats.org/drawingml/2006/main">
              <a:ext uri="{FF2B5EF4-FFF2-40B4-BE49-F238E27FC236}">
                <a16:creationId xmlns:a16="http://schemas.microsoft.com/office/drawing/2014/main" id="{B2390498-2BFF-40CC-BE96-62501AAE2FA2}"/>
              </a:ext>
            </a:extLst>
          </p:cNvPr>
          <p:cNvSpPr>
            <a:spLocks xmlns:a="http://schemas.openxmlformats.org/drawingml/2006/main" noGrp="1"/>
          </p:cNvSpPr>
          <p:nvPr/>
        </p:nvSpPr>
        <p:spPr>
          <a:xfrm xmlns:a="http://schemas.openxmlformats.org/drawingml/2006/main">
            <a:off x="685800" y="360997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認証情報</a:t>
            </a:r>
          </a:p>
        </p:txBody>
      </p:sp>
      <p:sp>
        <p:nvSpPr>
          <p:cNvPr id="31" name="">
            <a:extLst xmlns:a="http://schemas.openxmlformats.org/drawingml/2006/main">
              <a:ext uri="{FF2B5EF4-FFF2-40B4-BE49-F238E27FC236}">
                <a16:creationId xmlns:a16="http://schemas.microsoft.com/office/drawing/2014/main" id="{53175895-6A66-445D-A97F-B87032FCF68A}"/>
              </a:ext>
            </a:extLst>
          </p:cNvPr>
          <p:cNvSpPr>
            <a:spLocks xmlns:a="http://schemas.openxmlformats.org/drawingml/2006/main" noGrp="1"/>
          </p:cNvSpPr>
          <p:nvPr/>
        </p:nvSpPr>
        <p:spPr>
          <a:xfrm xmlns:a="http://schemas.openxmlformats.org/drawingml/2006/main">
            <a:off x="3276600" y="3581400"/>
            <a:ext cx="56197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dmx4rx">
            <a:extLst xmlns:a="http://schemas.openxmlformats.org/drawingml/2006/main">
              <a:ext uri="{FF2B5EF4-FFF2-40B4-BE49-F238E27FC236}">
                <a16:creationId xmlns:a16="http://schemas.microsoft.com/office/drawing/2014/main" id="{D567E000-72A7-4447-8A64-E2D03B327AAD}"/>
              </a:ext>
            </a:extLst>
          </p:cNvPr>
          <p:cNvSpPr>
            <a:spLocks xmlns:a="http://schemas.openxmlformats.org/drawingml/2006/main" noGrp="1"/>
          </p:cNvSpPr>
          <p:nvPr/>
        </p:nvSpPr>
        <p:spPr>
          <a:xfrm xmlns:a="http://schemas.openxmlformats.org/drawingml/2006/main">
            <a:off x="3352800" y="36099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チョイス認証情報の保管先</a:t>
            </a:r>
          </a:p>
        </p:txBody>
      </p:sp>
      <p:sp>
        <p:nvSpPr>
          <p:cNvPr id="33" name="">
            <a:extLst xmlns:a="http://schemas.openxmlformats.org/drawingml/2006/main">
              <a:ext uri="{FF2B5EF4-FFF2-40B4-BE49-F238E27FC236}">
                <a16:creationId xmlns:a16="http://schemas.microsoft.com/office/drawing/2014/main" id="{17CE6D7F-3828-4218-AA68-28955A5F1D6B}"/>
              </a:ext>
            </a:extLst>
          </p:cNvPr>
          <p:cNvSpPr>
            <a:spLocks xmlns:a="http://schemas.openxmlformats.org/drawingml/2006/main" noGrp="1"/>
          </p:cNvSpPr>
          <p:nvPr/>
        </p:nvSpPr>
        <p:spPr>
          <a:xfrm xmlns:a="http://schemas.openxmlformats.org/drawingml/2006/main">
            <a:off x="8896350" y="3581400"/>
            <a:ext cx="26860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yhscik">
            <a:extLst xmlns:a="http://schemas.openxmlformats.org/drawingml/2006/main">
              <a:ext uri="{FF2B5EF4-FFF2-40B4-BE49-F238E27FC236}">
                <a16:creationId xmlns:a16="http://schemas.microsoft.com/office/drawing/2014/main" id="{1217E2B3-2477-429D-8CEA-3892245C6EFC}"/>
              </a:ext>
            </a:extLst>
          </p:cNvPr>
          <p:cNvSpPr>
            <a:spLocks xmlns:a="http://schemas.openxmlformats.org/drawingml/2006/main" noGrp="1"/>
          </p:cNvSpPr>
          <p:nvPr/>
        </p:nvSpPr>
        <p:spPr>
          <a:xfrm xmlns:a="http://schemas.openxmlformats.org/drawingml/2006/main">
            <a:off x="8972550" y="360997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権限限定の管理者</a:t>
            </a:r>
          </a:p>
        </p:txBody>
      </p:sp>
      <p:sp>
        <p:nvSpPr>
          <p:cNvPr id="35" name="">
            <a:extLst xmlns:a="http://schemas.openxmlformats.org/drawingml/2006/main">
              <a:ext uri="{FF2B5EF4-FFF2-40B4-BE49-F238E27FC236}">
                <a16:creationId xmlns:a16="http://schemas.microsoft.com/office/drawing/2014/main" id="{44F3B5C2-A900-4C36-AFBB-67AA90E9ACF0}"/>
              </a:ext>
            </a:extLst>
          </p:cNvPr>
          <p:cNvSpPr>
            <a:spLocks xmlns:a="http://schemas.openxmlformats.org/drawingml/2006/main" noGrp="1"/>
          </p:cNvSpPr>
          <p:nvPr/>
        </p:nvSpPr>
        <p:spPr>
          <a:xfrm xmlns:a="http://schemas.openxmlformats.org/drawingml/2006/main">
            <a:off x="609600" y="4095750"/>
            <a:ext cx="2667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uo1fva">
            <a:extLst xmlns:a="http://schemas.openxmlformats.org/drawingml/2006/main">
              <a:ext uri="{FF2B5EF4-FFF2-40B4-BE49-F238E27FC236}">
                <a16:creationId xmlns:a16="http://schemas.microsoft.com/office/drawing/2014/main" id="{6511719D-1D3D-4EA3-A2B7-E2037A68CFB3}"/>
              </a:ext>
            </a:extLst>
          </p:cNvPr>
          <p:cNvSpPr>
            <a:spLocks xmlns:a="http://schemas.openxmlformats.org/drawingml/2006/main" noGrp="1"/>
          </p:cNvSpPr>
          <p:nvPr/>
        </p:nvSpPr>
        <p:spPr>
          <a:xfrm xmlns:a="http://schemas.openxmlformats.org/drawingml/2006/main">
            <a:off x="685800" y="412432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Backlog接続設定</a:t>
            </a:r>
          </a:p>
        </p:txBody>
      </p:sp>
      <p:sp>
        <p:nvSpPr>
          <p:cNvPr id="37" name="">
            <a:extLst xmlns:a="http://schemas.openxmlformats.org/drawingml/2006/main">
              <a:ext uri="{FF2B5EF4-FFF2-40B4-BE49-F238E27FC236}">
                <a16:creationId xmlns:a16="http://schemas.microsoft.com/office/drawing/2014/main" id="{C3E026DC-8FDD-4BB5-97A0-70B9B21101F9}"/>
              </a:ext>
            </a:extLst>
          </p:cNvPr>
          <p:cNvSpPr>
            <a:spLocks xmlns:a="http://schemas.openxmlformats.org/drawingml/2006/main" noGrp="1"/>
          </p:cNvSpPr>
          <p:nvPr/>
        </p:nvSpPr>
        <p:spPr>
          <a:xfrm xmlns:a="http://schemas.openxmlformats.org/drawingml/2006/main">
            <a:off x="3276600" y="4095750"/>
            <a:ext cx="561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87b5vn">
            <a:extLst xmlns:a="http://schemas.openxmlformats.org/drawingml/2006/main">
              <a:ext uri="{FF2B5EF4-FFF2-40B4-BE49-F238E27FC236}">
                <a16:creationId xmlns:a16="http://schemas.microsoft.com/office/drawing/2014/main" id="{1B0B21D0-70AD-4FE4-9DE7-7539D9E695FB}"/>
              </a:ext>
            </a:extLst>
          </p:cNvPr>
          <p:cNvSpPr>
            <a:spLocks xmlns:a="http://schemas.openxmlformats.org/drawingml/2006/main" noGrp="1"/>
          </p:cNvSpPr>
          <p:nvPr/>
        </p:nvSpPr>
        <p:spPr>
          <a:xfrm xmlns:a="http://schemas.openxmlformats.org/drawingml/2006/main">
            <a:off x="3352800" y="412432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自治体別スペース・プロジェクト・連携有効</a:t>
            </a:r>
          </a:p>
        </p:txBody>
      </p:sp>
      <p:sp>
        <p:nvSpPr>
          <p:cNvPr id="39" name="">
            <a:extLst xmlns:a="http://schemas.openxmlformats.org/drawingml/2006/main">
              <a:ext uri="{FF2B5EF4-FFF2-40B4-BE49-F238E27FC236}">
                <a16:creationId xmlns:a16="http://schemas.microsoft.com/office/drawing/2014/main" id="{CBBB52EA-9B2A-4C3A-97D1-40F8B0D40B42}"/>
              </a:ext>
            </a:extLst>
          </p:cNvPr>
          <p:cNvSpPr>
            <a:spLocks xmlns:a="http://schemas.openxmlformats.org/drawingml/2006/main" noGrp="1"/>
          </p:cNvSpPr>
          <p:nvPr/>
        </p:nvSpPr>
        <p:spPr>
          <a:xfrm xmlns:a="http://schemas.openxmlformats.org/drawingml/2006/main">
            <a:off x="8896350" y="4095750"/>
            <a:ext cx="26860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xfkli8">
            <a:extLst xmlns:a="http://schemas.openxmlformats.org/drawingml/2006/main">
              <a:ext uri="{FF2B5EF4-FFF2-40B4-BE49-F238E27FC236}">
                <a16:creationId xmlns:a16="http://schemas.microsoft.com/office/drawing/2014/main" id="{C457F1E1-04C5-4CF8-90B1-765355A4DC68}"/>
              </a:ext>
            </a:extLst>
          </p:cNvPr>
          <p:cNvSpPr>
            <a:spLocks xmlns:a="http://schemas.openxmlformats.org/drawingml/2006/main" noGrp="1"/>
          </p:cNvSpPr>
          <p:nvPr/>
        </p:nvSpPr>
        <p:spPr>
          <a:xfrm xmlns:a="http://schemas.openxmlformats.org/drawingml/2006/main">
            <a:off x="8972550" y="412432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Backlog管理者</a:t>
            </a:r>
          </a:p>
        </p:txBody>
      </p:sp>
      <p:sp>
        <p:nvSpPr>
          <p:cNvPr id="41" name="">
            <a:extLst xmlns:a="http://schemas.openxmlformats.org/drawingml/2006/main">
              <a:ext uri="{FF2B5EF4-FFF2-40B4-BE49-F238E27FC236}">
                <a16:creationId xmlns:a16="http://schemas.microsoft.com/office/drawing/2014/main" id="{93608F5E-7BC5-4A1D-9385-5F014E182AD5}"/>
              </a:ext>
            </a:extLst>
          </p:cNvPr>
          <p:cNvSpPr>
            <a:spLocks xmlns:a="http://schemas.openxmlformats.org/drawingml/2006/main" noGrp="1"/>
          </p:cNvSpPr>
          <p:nvPr/>
        </p:nvSpPr>
        <p:spPr>
          <a:xfrm xmlns:a="http://schemas.openxmlformats.org/drawingml/2006/main">
            <a:off x="609600" y="4610100"/>
            <a:ext cx="266700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7utbdf">
            <a:extLst xmlns:a="http://schemas.openxmlformats.org/drawingml/2006/main">
              <a:ext uri="{FF2B5EF4-FFF2-40B4-BE49-F238E27FC236}">
                <a16:creationId xmlns:a16="http://schemas.microsoft.com/office/drawing/2014/main" id="{4896A396-EDED-4B28-B2EE-3CC73B8CEF4B}"/>
              </a:ext>
            </a:extLst>
          </p:cNvPr>
          <p:cNvSpPr>
            <a:spLocks xmlns:a="http://schemas.openxmlformats.org/drawingml/2006/main" noGrp="1"/>
          </p:cNvSpPr>
          <p:nvPr/>
        </p:nvSpPr>
        <p:spPr>
          <a:xfrm xmlns:a="http://schemas.openxmlformats.org/drawingml/2006/main">
            <a:off x="685800" y="463867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ユーザー権限マスタ</a:t>
            </a:r>
          </a:p>
        </p:txBody>
      </p:sp>
      <p:sp>
        <p:nvSpPr>
          <p:cNvPr id="43" name="">
            <a:extLst xmlns:a="http://schemas.openxmlformats.org/drawingml/2006/main">
              <a:ext uri="{FF2B5EF4-FFF2-40B4-BE49-F238E27FC236}">
                <a16:creationId xmlns:a16="http://schemas.microsoft.com/office/drawing/2014/main" id="{404FFBCF-217F-4F90-9D89-6AC67641A044}"/>
              </a:ext>
            </a:extLst>
          </p:cNvPr>
          <p:cNvSpPr>
            <a:spLocks xmlns:a="http://schemas.openxmlformats.org/drawingml/2006/main" noGrp="1"/>
          </p:cNvSpPr>
          <p:nvPr/>
        </p:nvSpPr>
        <p:spPr>
          <a:xfrm xmlns:a="http://schemas.openxmlformats.org/drawingml/2006/main">
            <a:off x="3276600" y="4610100"/>
            <a:ext cx="56197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7f5swi">
            <a:extLst xmlns:a="http://schemas.openxmlformats.org/drawingml/2006/main">
              <a:ext uri="{FF2B5EF4-FFF2-40B4-BE49-F238E27FC236}">
                <a16:creationId xmlns:a16="http://schemas.microsoft.com/office/drawing/2014/main" id="{8C9D7496-C939-4236-B4F6-7E7A9F80087C}"/>
              </a:ext>
            </a:extLst>
          </p:cNvPr>
          <p:cNvSpPr>
            <a:spLocks xmlns:a="http://schemas.openxmlformats.org/drawingml/2006/main" noGrp="1"/>
          </p:cNvSpPr>
          <p:nvPr/>
        </p:nvSpPr>
        <p:spPr>
          <a:xfrm xmlns:a="http://schemas.openxmlformats.org/drawingml/2006/main">
            <a:off x="3352800" y="46386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ログインアドレスごとの閲覧自治体</a:t>
            </a:r>
          </a:p>
        </p:txBody>
      </p:sp>
      <p:sp>
        <p:nvSpPr>
          <p:cNvPr id="45" name="">
            <a:extLst xmlns:a="http://schemas.openxmlformats.org/drawingml/2006/main">
              <a:ext uri="{FF2B5EF4-FFF2-40B4-BE49-F238E27FC236}">
                <a16:creationId xmlns:a16="http://schemas.microsoft.com/office/drawing/2014/main" id="{97A42A52-C7BE-4A04-88D4-D2C513F695EE}"/>
              </a:ext>
            </a:extLst>
          </p:cNvPr>
          <p:cNvSpPr>
            <a:spLocks xmlns:a="http://schemas.openxmlformats.org/drawingml/2006/main" noGrp="1"/>
          </p:cNvSpPr>
          <p:nvPr/>
        </p:nvSpPr>
        <p:spPr>
          <a:xfrm xmlns:a="http://schemas.openxmlformats.org/drawingml/2006/main">
            <a:off x="8896350" y="4610100"/>
            <a:ext cx="26860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q26z4o">
            <a:extLst xmlns:a="http://schemas.openxmlformats.org/drawingml/2006/main">
              <a:ext uri="{FF2B5EF4-FFF2-40B4-BE49-F238E27FC236}">
                <a16:creationId xmlns:a16="http://schemas.microsoft.com/office/drawing/2014/main" id="{AFBA6AC3-989A-411E-92BF-EABA05EB0A04}"/>
              </a:ext>
            </a:extLst>
          </p:cNvPr>
          <p:cNvSpPr>
            <a:spLocks xmlns:a="http://schemas.openxmlformats.org/drawingml/2006/main" noGrp="1"/>
          </p:cNvSpPr>
          <p:nvPr/>
        </p:nvSpPr>
        <p:spPr>
          <a:xfrm xmlns:a="http://schemas.openxmlformats.org/drawingml/2006/main">
            <a:off x="8972550" y="463867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運用管理者</a:t>
            </a:r>
          </a:p>
        </p:txBody>
      </p:sp>
      <p:sp>
        <p:nvSpPr>
          <p:cNvPr id="47" name="">
            <a:extLst xmlns:a="http://schemas.openxmlformats.org/drawingml/2006/main">
              <a:ext uri="{FF2B5EF4-FFF2-40B4-BE49-F238E27FC236}">
                <a16:creationId xmlns:a16="http://schemas.microsoft.com/office/drawing/2014/main" id="{811E52A6-5F32-4303-B624-43CBA0CB9A1D}"/>
              </a:ext>
            </a:extLst>
          </p:cNvPr>
          <p:cNvSpPr>
            <a:spLocks xmlns:a="http://schemas.openxmlformats.org/drawingml/2006/main" noGrp="1"/>
          </p:cNvSpPr>
          <p:nvPr/>
        </p:nvSpPr>
        <p:spPr>
          <a:xfrm xmlns:a="http://schemas.openxmlformats.org/drawingml/2006/main">
            <a:off x="609600" y="5124450"/>
            <a:ext cx="2667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3vdp95">
            <a:extLst xmlns:a="http://schemas.openxmlformats.org/drawingml/2006/main">
              <a:ext uri="{FF2B5EF4-FFF2-40B4-BE49-F238E27FC236}">
                <a16:creationId xmlns:a16="http://schemas.microsoft.com/office/drawing/2014/main" id="{C5ED5D5B-FC68-4538-A3DB-6E67DE6903FA}"/>
              </a:ext>
            </a:extLst>
          </p:cNvPr>
          <p:cNvSpPr>
            <a:spLocks xmlns:a="http://schemas.openxmlformats.org/drawingml/2006/main" noGrp="1"/>
          </p:cNvSpPr>
          <p:nvPr/>
        </p:nvSpPr>
        <p:spPr>
          <a:xfrm xmlns:a="http://schemas.openxmlformats.org/drawingml/2006/main">
            <a:off x="685800" y="5153025"/>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Backlog OAuth連携</a:t>
            </a:r>
          </a:p>
        </p:txBody>
      </p:sp>
      <p:sp>
        <p:nvSpPr>
          <p:cNvPr id="49" name="">
            <a:extLst xmlns:a="http://schemas.openxmlformats.org/drawingml/2006/main">
              <a:ext uri="{FF2B5EF4-FFF2-40B4-BE49-F238E27FC236}">
                <a16:creationId xmlns:a16="http://schemas.microsoft.com/office/drawing/2014/main" id="{4F4D1547-B573-42B8-881D-5C384EE31397}"/>
              </a:ext>
            </a:extLst>
          </p:cNvPr>
          <p:cNvSpPr>
            <a:spLocks xmlns:a="http://schemas.openxmlformats.org/drawingml/2006/main" noGrp="1"/>
          </p:cNvSpPr>
          <p:nvPr/>
        </p:nvSpPr>
        <p:spPr>
          <a:xfrm xmlns:a="http://schemas.openxmlformats.org/drawingml/2006/main">
            <a:off x="3276600" y="5124450"/>
            <a:ext cx="5619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e62cxj">
            <a:extLst xmlns:a="http://schemas.openxmlformats.org/drawingml/2006/main">
              <a:ext uri="{FF2B5EF4-FFF2-40B4-BE49-F238E27FC236}">
                <a16:creationId xmlns:a16="http://schemas.microsoft.com/office/drawing/2014/main" id="{97969028-4046-425C-B803-EAF562950F68}"/>
              </a:ext>
            </a:extLst>
          </p:cNvPr>
          <p:cNvSpPr>
            <a:spLocks xmlns:a="http://schemas.openxmlformats.org/drawingml/2006/main" noGrp="1"/>
          </p:cNvSpPr>
          <p:nvPr/>
        </p:nvSpPr>
        <p:spPr>
          <a:xfrm xmlns:a="http://schemas.openxmlformats.org/drawingml/2006/main">
            <a:off x="3352800" y="515302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本人名義起票の連携状態</a:t>
            </a:r>
          </a:p>
        </p:txBody>
      </p:sp>
      <p:sp>
        <p:nvSpPr>
          <p:cNvPr id="51" name="">
            <a:extLst xmlns:a="http://schemas.openxmlformats.org/drawingml/2006/main">
              <a:ext uri="{FF2B5EF4-FFF2-40B4-BE49-F238E27FC236}">
                <a16:creationId xmlns:a16="http://schemas.microsoft.com/office/drawing/2014/main" id="{552B2F1B-2F16-4B86-9D32-7C316FE0BC6A}"/>
              </a:ext>
            </a:extLst>
          </p:cNvPr>
          <p:cNvSpPr>
            <a:spLocks xmlns:a="http://schemas.openxmlformats.org/drawingml/2006/main" noGrp="1"/>
          </p:cNvSpPr>
          <p:nvPr/>
        </p:nvSpPr>
        <p:spPr>
          <a:xfrm xmlns:a="http://schemas.openxmlformats.org/drawingml/2006/main">
            <a:off x="8896350" y="5124450"/>
            <a:ext cx="26860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oqj5vn">
            <a:extLst xmlns:a="http://schemas.openxmlformats.org/drawingml/2006/main">
              <a:ext uri="{FF2B5EF4-FFF2-40B4-BE49-F238E27FC236}">
                <a16:creationId xmlns:a16="http://schemas.microsoft.com/office/drawing/2014/main" id="{9E2C4FD2-186A-45C7-B9F6-19B93E0193E5}"/>
              </a:ext>
            </a:extLst>
          </p:cNvPr>
          <p:cNvSpPr>
            <a:spLocks xmlns:a="http://schemas.openxmlformats.org/drawingml/2006/main" noGrp="1"/>
          </p:cNvSpPr>
          <p:nvPr/>
        </p:nvSpPr>
        <p:spPr>
          <a:xfrm xmlns:a="http://schemas.openxmlformats.org/drawingml/2006/main">
            <a:off x="8972550" y="5153025"/>
            <a:ext cx="2533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システムが自動更新</a:t>
            </a:r>
          </a:p>
        </p:txBody>
      </p:sp>
      <p:sp>
        <p:nvSpPr>
          <p:cNvPr id="53" name="text-rp79nf">
            <a:extLst xmlns:a="http://schemas.openxmlformats.org/drawingml/2006/main">
              <a:ext uri="{FF2B5EF4-FFF2-40B4-BE49-F238E27FC236}">
                <a16:creationId xmlns:a16="http://schemas.microsoft.com/office/drawing/2014/main" id="{9224195B-B249-4DEE-BBDE-97B6E827AF68}"/>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23</a:t>
            </a:r>
          </a:p>
        </p:txBody>
      </p:sp>
    </p:spTree>
    <p:extLst>
      <p:ext uri="{BB962C8B-B14F-4D97-AF65-F5344CB8AC3E}">
        <p14:creationId xmlns:p14="http://schemas.microsoft.com/office/powerpoint/2010/main" val="4433177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4t9dbi">
            <a:extLst xmlns:a="http://schemas.openxmlformats.org/drawingml/2006/main">
              <a:ext uri="{FF2B5EF4-FFF2-40B4-BE49-F238E27FC236}">
                <a16:creationId xmlns:a16="http://schemas.microsoft.com/office/drawing/2014/main" id="{D84BFCBC-A00B-4C98-8823-72843AEE4EA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23 / MASTER DATA</a:t>
            </a:r>
          </a:p>
        </p:txBody>
      </p:sp>
      <p:sp>
        <p:nvSpPr>
          <p:cNvPr id="2" name="text-o5hvzv">
            <a:extLst xmlns:a="http://schemas.openxmlformats.org/drawingml/2006/main">
              <a:ext uri="{FF2B5EF4-FFF2-40B4-BE49-F238E27FC236}">
                <a16:creationId xmlns:a16="http://schemas.microsoft.com/office/drawing/2014/main" id="{A8F33F55-DCC1-4800-AB92-28EB94AC3C1C}"/>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Backlogマスタとフォーム定義は同期対象</a:t>
            </a:r>
          </a:p>
        </p:txBody>
      </p:sp>
      <p:sp>
        <p:nvSpPr>
          <p:cNvPr id="3" name="text-67owpf">
            <a:extLst xmlns:a="http://schemas.openxmlformats.org/drawingml/2006/main">
              <a:ext uri="{FF2B5EF4-FFF2-40B4-BE49-F238E27FC236}">
                <a16:creationId xmlns:a16="http://schemas.microsoft.com/office/drawing/2014/main" id="{87858D49-35DA-48EF-8540-7414C1BA381D}"/>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手入力でIDを推測せず、同期結果または既存行を基準にします。</a:t>
            </a:r>
          </a:p>
        </p:txBody>
      </p:sp>
      <p:sp>
        <p:nvSpPr>
          <p:cNvPr id="4" name="">
            <a:extLst xmlns:a="http://schemas.openxmlformats.org/drawingml/2006/main">
              <a:ext uri="{FF2B5EF4-FFF2-40B4-BE49-F238E27FC236}">
                <a16:creationId xmlns:a16="http://schemas.microsoft.com/office/drawing/2014/main" id="{4A22AB1A-10A6-47BF-B017-BEACFE152DA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8E391A47-48A6-4D08-B496-151D836E1422}"/>
              </a:ext>
            </a:extLst>
          </p:cNvPr>
          <p:cNvSpPr>
            <a:spLocks xmlns:a="http://schemas.openxmlformats.org/drawingml/2006/main" noGrp="1"/>
          </p:cNvSpPr>
          <p:nvPr/>
        </p:nvSpPr>
        <p:spPr>
          <a:xfrm xmlns:a="http://schemas.openxmlformats.org/drawingml/2006/main">
            <a:off x="609600" y="1676400"/>
            <a:ext cx="2762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xt0s8y">
            <a:extLst xmlns:a="http://schemas.openxmlformats.org/drawingml/2006/main">
              <a:ext uri="{FF2B5EF4-FFF2-40B4-BE49-F238E27FC236}">
                <a16:creationId xmlns:a16="http://schemas.microsoft.com/office/drawing/2014/main" id="{6ECB3510-BC00-43AD-A5F8-63B92079DC9F}"/>
              </a:ext>
            </a:extLst>
          </p:cNvPr>
          <p:cNvSpPr>
            <a:spLocks xmlns:a="http://schemas.openxmlformats.org/drawingml/2006/main" noGrp="1"/>
          </p:cNvSpPr>
          <p:nvPr/>
        </p:nvSpPr>
        <p:spPr>
          <a:xfrm xmlns:a="http://schemas.openxmlformats.org/drawingml/2006/main">
            <a:off x="685800" y="1676400"/>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シート</a:t>
            </a:r>
          </a:p>
        </p:txBody>
      </p:sp>
      <p:sp>
        <p:nvSpPr>
          <p:cNvPr id="7" name="">
            <a:extLst xmlns:a="http://schemas.openxmlformats.org/drawingml/2006/main">
              <a:ext uri="{FF2B5EF4-FFF2-40B4-BE49-F238E27FC236}">
                <a16:creationId xmlns:a16="http://schemas.microsoft.com/office/drawing/2014/main" id="{3C419455-6654-40A2-8F0E-963DEBF9B4F6}"/>
              </a:ext>
            </a:extLst>
          </p:cNvPr>
          <p:cNvSpPr>
            <a:spLocks xmlns:a="http://schemas.openxmlformats.org/drawingml/2006/main" noGrp="1"/>
          </p:cNvSpPr>
          <p:nvPr/>
        </p:nvSpPr>
        <p:spPr>
          <a:xfrm xmlns:a="http://schemas.openxmlformats.org/drawingml/2006/main">
            <a:off x="3371850" y="1676400"/>
            <a:ext cx="47625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wu25hp">
            <a:extLst xmlns:a="http://schemas.openxmlformats.org/drawingml/2006/main">
              <a:ext uri="{FF2B5EF4-FFF2-40B4-BE49-F238E27FC236}">
                <a16:creationId xmlns:a16="http://schemas.microsoft.com/office/drawing/2014/main" id="{1B6BB10C-1743-414E-A4B8-683EC7556642}"/>
              </a:ext>
            </a:extLst>
          </p:cNvPr>
          <p:cNvSpPr>
            <a:spLocks xmlns:a="http://schemas.openxmlformats.org/drawingml/2006/main" noGrp="1"/>
          </p:cNvSpPr>
          <p:nvPr/>
        </p:nvSpPr>
        <p:spPr>
          <a:xfrm xmlns:a="http://schemas.openxmlformats.org/drawingml/2006/main">
            <a:off x="3448050" y="1676400"/>
            <a:ext cx="4610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フォームでの利用</a:t>
            </a:r>
          </a:p>
        </p:txBody>
      </p:sp>
      <p:sp>
        <p:nvSpPr>
          <p:cNvPr id="9" name="">
            <a:extLst xmlns:a="http://schemas.openxmlformats.org/drawingml/2006/main">
              <a:ext uri="{FF2B5EF4-FFF2-40B4-BE49-F238E27FC236}">
                <a16:creationId xmlns:a16="http://schemas.microsoft.com/office/drawing/2014/main" id="{67E71C10-1A12-4108-A46C-32DEAA5E00A0}"/>
              </a:ext>
            </a:extLst>
          </p:cNvPr>
          <p:cNvSpPr>
            <a:spLocks xmlns:a="http://schemas.openxmlformats.org/drawingml/2006/main" noGrp="1"/>
          </p:cNvSpPr>
          <p:nvPr/>
        </p:nvSpPr>
        <p:spPr>
          <a:xfrm xmlns:a="http://schemas.openxmlformats.org/drawingml/2006/main">
            <a:off x="8134350" y="1676400"/>
            <a:ext cx="34480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05w4ty">
            <a:extLst xmlns:a="http://schemas.openxmlformats.org/drawingml/2006/main">
              <a:ext uri="{FF2B5EF4-FFF2-40B4-BE49-F238E27FC236}">
                <a16:creationId xmlns:a16="http://schemas.microsoft.com/office/drawing/2014/main" id="{FC2F361E-4BB5-4D54-9052-E93AD6FA471E}"/>
              </a:ext>
            </a:extLst>
          </p:cNvPr>
          <p:cNvSpPr>
            <a:spLocks xmlns:a="http://schemas.openxmlformats.org/drawingml/2006/main" noGrp="1"/>
          </p:cNvSpPr>
          <p:nvPr/>
        </p:nvSpPr>
        <p:spPr>
          <a:xfrm xmlns:a="http://schemas.openxmlformats.org/drawingml/2006/main">
            <a:off x="8210550" y="1676400"/>
            <a:ext cx="3295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編集ルール</a:t>
            </a:r>
          </a:p>
        </p:txBody>
      </p:sp>
      <p:sp>
        <p:nvSpPr>
          <p:cNvPr id="11" name="">
            <a:extLst xmlns:a="http://schemas.openxmlformats.org/drawingml/2006/main">
              <a:ext uri="{FF2B5EF4-FFF2-40B4-BE49-F238E27FC236}">
                <a16:creationId xmlns:a16="http://schemas.microsoft.com/office/drawing/2014/main" id="{C70710E8-7ADD-4DE2-9291-576C468291B7}"/>
              </a:ext>
            </a:extLst>
          </p:cNvPr>
          <p:cNvSpPr>
            <a:spLocks xmlns:a="http://schemas.openxmlformats.org/drawingml/2006/main" noGrp="1"/>
          </p:cNvSpPr>
          <p:nvPr/>
        </p:nvSpPr>
        <p:spPr>
          <a:xfrm xmlns:a="http://schemas.openxmlformats.org/drawingml/2006/main">
            <a:off x="609600" y="2038350"/>
            <a:ext cx="2762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oeey24">
            <a:extLst xmlns:a="http://schemas.openxmlformats.org/drawingml/2006/main">
              <a:ext uri="{FF2B5EF4-FFF2-40B4-BE49-F238E27FC236}">
                <a16:creationId xmlns:a16="http://schemas.microsoft.com/office/drawing/2014/main" id="{1183C5F1-1797-4172-BF5A-9B925701E9B0}"/>
              </a:ext>
            </a:extLst>
          </p:cNvPr>
          <p:cNvSpPr>
            <a:spLocks xmlns:a="http://schemas.openxmlformats.org/drawingml/2006/main" noGrp="1"/>
          </p:cNvSpPr>
          <p:nvPr/>
        </p:nvSpPr>
        <p:spPr>
          <a:xfrm xmlns:a="http://schemas.openxmlformats.org/drawingml/2006/main">
            <a:off x="685800" y="2066925"/>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種別マスタ</a:t>
            </a:r>
          </a:p>
        </p:txBody>
      </p:sp>
      <p:sp>
        <p:nvSpPr>
          <p:cNvPr id="13" name="">
            <a:extLst xmlns:a="http://schemas.openxmlformats.org/drawingml/2006/main">
              <a:ext uri="{FF2B5EF4-FFF2-40B4-BE49-F238E27FC236}">
                <a16:creationId xmlns:a16="http://schemas.microsoft.com/office/drawing/2014/main" id="{2B8CD709-76C4-431D-B917-6BD4B88F0698}"/>
              </a:ext>
            </a:extLst>
          </p:cNvPr>
          <p:cNvSpPr>
            <a:spLocks xmlns:a="http://schemas.openxmlformats.org/drawingml/2006/main" noGrp="1"/>
          </p:cNvSpPr>
          <p:nvPr/>
        </p:nvSpPr>
        <p:spPr>
          <a:xfrm xmlns:a="http://schemas.openxmlformats.org/drawingml/2006/main">
            <a:off x="3371850" y="203835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sp80yt">
            <a:extLst xmlns:a="http://schemas.openxmlformats.org/drawingml/2006/main">
              <a:ext uri="{FF2B5EF4-FFF2-40B4-BE49-F238E27FC236}">
                <a16:creationId xmlns:a16="http://schemas.microsoft.com/office/drawing/2014/main" id="{62B416AD-ABF7-41FA-BE66-C9E39D23AA77}"/>
              </a:ext>
            </a:extLst>
          </p:cNvPr>
          <p:cNvSpPr>
            <a:spLocks xmlns:a="http://schemas.openxmlformats.org/drawingml/2006/main" noGrp="1"/>
          </p:cNvSpPr>
          <p:nvPr/>
        </p:nvSpPr>
        <p:spPr>
          <a:xfrm xmlns:a="http://schemas.openxmlformats.org/drawingml/2006/main">
            <a:off x="3448050" y="2066925"/>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自治体別のBacklog課題種別</a:t>
            </a:r>
          </a:p>
        </p:txBody>
      </p:sp>
      <p:sp>
        <p:nvSpPr>
          <p:cNvPr id="15" name="">
            <a:extLst xmlns:a="http://schemas.openxmlformats.org/drawingml/2006/main">
              <a:ext uri="{FF2B5EF4-FFF2-40B4-BE49-F238E27FC236}">
                <a16:creationId xmlns:a16="http://schemas.microsoft.com/office/drawing/2014/main" id="{694346B3-C7DC-477A-9E3B-E0244AAEEAF5}"/>
              </a:ext>
            </a:extLst>
          </p:cNvPr>
          <p:cNvSpPr>
            <a:spLocks xmlns:a="http://schemas.openxmlformats.org/drawingml/2006/main" noGrp="1"/>
          </p:cNvSpPr>
          <p:nvPr/>
        </p:nvSpPr>
        <p:spPr>
          <a:xfrm xmlns:a="http://schemas.openxmlformats.org/drawingml/2006/main">
            <a:off x="8134350" y="2038350"/>
            <a:ext cx="34480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l1sfo9">
            <a:extLst xmlns:a="http://schemas.openxmlformats.org/drawingml/2006/main">
              <a:ext uri="{FF2B5EF4-FFF2-40B4-BE49-F238E27FC236}">
                <a16:creationId xmlns:a16="http://schemas.microsoft.com/office/drawing/2014/main" id="{AC6E2B17-79F5-4D5A-8545-757A481EA482}"/>
              </a:ext>
            </a:extLst>
          </p:cNvPr>
          <p:cNvSpPr>
            <a:spLocks xmlns:a="http://schemas.openxmlformats.org/drawingml/2006/main" noGrp="1"/>
          </p:cNvSpPr>
          <p:nvPr/>
        </p:nvSpPr>
        <p:spPr>
          <a:xfrm xmlns:a="http://schemas.openxmlformats.org/drawingml/2006/main">
            <a:off x="8210550" y="2066925"/>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Backlog同期結果を使用</a:t>
            </a:r>
          </a:p>
        </p:txBody>
      </p:sp>
      <p:sp>
        <p:nvSpPr>
          <p:cNvPr id="17" name="">
            <a:extLst xmlns:a="http://schemas.openxmlformats.org/drawingml/2006/main">
              <a:ext uri="{FF2B5EF4-FFF2-40B4-BE49-F238E27FC236}">
                <a16:creationId xmlns:a16="http://schemas.microsoft.com/office/drawing/2014/main" id="{7889D742-898B-4767-A695-512CCAFFF024}"/>
              </a:ext>
            </a:extLst>
          </p:cNvPr>
          <p:cNvSpPr>
            <a:spLocks xmlns:a="http://schemas.openxmlformats.org/drawingml/2006/main" noGrp="1"/>
          </p:cNvSpPr>
          <p:nvPr/>
        </p:nvSpPr>
        <p:spPr>
          <a:xfrm xmlns:a="http://schemas.openxmlformats.org/drawingml/2006/main">
            <a:off x="609600" y="2686050"/>
            <a:ext cx="2762250" cy="647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fdnc4h">
            <a:extLst xmlns:a="http://schemas.openxmlformats.org/drawingml/2006/main">
              <a:ext uri="{FF2B5EF4-FFF2-40B4-BE49-F238E27FC236}">
                <a16:creationId xmlns:a16="http://schemas.microsoft.com/office/drawing/2014/main" id="{E2D91555-8806-468F-A08C-8D4A56D4B4E5}"/>
              </a:ext>
            </a:extLst>
          </p:cNvPr>
          <p:cNvSpPr>
            <a:spLocks xmlns:a="http://schemas.openxmlformats.org/drawingml/2006/main" noGrp="1"/>
          </p:cNvSpPr>
          <p:nvPr/>
        </p:nvSpPr>
        <p:spPr>
          <a:xfrm xmlns:a="http://schemas.openxmlformats.org/drawingml/2006/main">
            <a:off x="685800" y="2714625"/>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状態マスタ</a:t>
            </a:r>
          </a:p>
        </p:txBody>
      </p:sp>
      <p:sp>
        <p:nvSpPr>
          <p:cNvPr id="19" name="">
            <a:extLst xmlns:a="http://schemas.openxmlformats.org/drawingml/2006/main">
              <a:ext uri="{FF2B5EF4-FFF2-40B4-BE49-F238E27FC236}">
                <a16:creationId xmlns:a16="http://schemas.microsoft.com/office/drawing/2014/main" id="{01FC0CD4-A5E4-4C06-8B4D-5A36B0D399C1}"/>
              </a:ext>
            </a:extLst>
          </p:cNvPr>
          <p:cNvSpPr>
            <a:spLocks xmlns:a="http://schemas.openxmlformats.org/drawingml/2006/main" noGrp="1"/>
          </p:cNvSpPr>
          <p:nvPr/>
        </p:nvSpPr>
        <p:spPr>
          <a:xfrm xmlns:a="http://schemas.openxmlformats.org/drawingml/2006/main">
            <a:off x="3371850" y="2686050"/>
            <a:ext cx="4762500" cy="647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bts8wz">
            <a:extLst xmlns:a="http://schemas.openxmlformats.org/drawingml/2006/main">
              <a:ext uri="{FF2B5EF4-FFF2-40B4-BE49-F238E27FC236}">
                <a16:creationId xmlns:a16="http://schemas.microsoft.com/office/drawing/2014/main" id="{D3C3DD9C-2335-45BE-AC67-DD21E4B27A1A}"/>
              </a:ext>
            </a:extLst>
          </p:cNvPr>
          <p:cNvSpPr>
            <a:spLocks xmlns:a="http://schemas.openxmlformats.org/drawingml/2006/main" noGrp="1"/>
          </p:cNvSpPr>
          <p:nvPr/>
        </p:nvSpPr>
        <p:spPr>
          <a:xfrm xmlns:a="http://schemas.openxmlformats.org/drawingml/2006/main">
            <a:off x="3448050" y="2714625"/>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課題状態の表示・同期</a:t>
            </a:r>
          </a:p>
        </p:txBody>
      </p:sp>
      <p:sp>
        <p:nvSpPr>
          <p:cNvPr id="21" name="">
            <a:extLst xmlns:a="http://schemas.openxmlformats.org/drawingml/2006/main">
              <a:ext uri="{FF2B5EF4-FFF2-40B4-BE49-F238E27FC236}">
                <a16:creationId xmlns:a16="http://schemas.microsoft.com/office/drawing/2014/main" id="{65B31332-D1F2-4D2E-9286-9C0092CF4739}"/>
              </a:ext>
            </a:extLst>
          </p:cNvPr>
          <p:cNvSpPr>
            <a:spLocks xmlns:a="http://schemas.openxmlformats.org/drawingml/2006/main" noGrp="1"/>
          </p:cNvSpPr>
          <p:nvPr/>
        </p:nvSpPr>
        <p:spPr>
          <a:xfrm xmlns:a="http://schemas.openxmlformats.org/drawingml/2006/main">
            <a:off x="8134350" y="2686050"/>
            <a:ext cx="3448050" cy="647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70depf">
            <a:extLst xmlns:a="http://schemas.openxmlformats.org/drawingml/2006/main">
              <a:ext uri="{FF2B5EF4-FFF2-40B4-BE49-F238E27FC236}">
                <a16:creationId xmlns:a16="http://schemas.microsoft.com/office/drawing/2014/main" id="{173CCA32-6FEF-4CB9-B4C5-472052FDCC43}"/>
              </a:ext>
            </a:extLst>
          </p:cNvPr>
          <p:cNvSpPr>
            <a:spLocks xmlns:a="http://schemas.openxmlformats.org/drawingml/2006/main" noGrp="1"/>
          </p:cNvSpPr>
          <p:nvPr/>
        </p:nvSpPr>
        <p:spPr>
          <a:xfrm xmlns:a="http://schemas.openxmlformats.org/drawingml/2006/main">
            <a:off x="8210550" y="2714625"/>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Backlog同期結果を使用</a:t>
            </a:r>
          </a:p>
        </p:txBody>
      </p:sp>
      <p:sp>
        <p:nvSpPr>
          <p:cNvPr id="23" name="">
            <a:extLst xmlns:a="http://schemas.openxmlformats.org/drawingml/2006/main">
              <a:ext uri="{FF2B5EF4-FFF2-40B4-BE49-F238E27FC236}">
                <a16:creationId xmlns:a16="http://schemas.microsoft.com/office/drawing/2014/main" id="{43B6BAEB-6344-43E5-A3EC-F916CECC77D2}"/>
              </a:ext>
            </a:extLst>
          </p:cNvPr>
          <p:cNvSpPr>
            <a:spLocks xmlns:a="http://schemas.openxmlformats.org/drawingml/2006/main" noGrp="1"/>
          </p:cNvSpPr>
          <p:nvPr/>
        </p:nvSpPr>
        <p:spPr>
          <a:xfrm xmlns:a="http://schemas.openxmlformats.org/drawingml/2006/main">
            <a:off x="609600" y="3333750"/>
            <a:ext cx="2762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qwd9gn">
            <a:extLst xmlns:a="http://schemas.openxmlformats.org/drawingml/2006/main">
              <a:ext uri="{FF2B5EF4-FFF2-40B4-BE49-F238E27FC236}">
                <a16:creationId xmlns:a16="http://schemas.microsoft.com/office/drawing/2014/main" id="{CC79082C-42CF-481B-B9BB-D4A19FFC32CC}"/>
              </a:ext>
            </a:extLst>
          </p:cNvPr>
          <p:cNvSpPr>
            <a:spLocks xmlns:a="http://schemas.openxmlformats.org/drawingml/2006/main" noGrp="1"/>
          </p:cNvSpPr>
          <p:nvPr/>
        </p:nvSpPr>
        <p:spPr>
          <a:xfrm xmlns:a="http://schemas.openxmlformats.org/drawingml/2006/main">
            <a:off x="685800" y="3362325"/>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カスタム属性マスタ</a:t>
            </a:r>
          </a:p>
        </p:txBody>
      </p:sp>
      <p:sp>
        <p:nvSpPr>
          <p:cNvPr id="25" name="">
            <a:extLst xmlns:a="http://schemas.openxmlformats.org/drawingml/2006/main">
              <a:ext uri="{FF2B5EF4-FFF2-40B4-BE49-F238E27FC236}">
                <a16:creationId xmlns:a16="http://schemas.microsoft.com/office/drawing/2014/main" id="{9C1AE9B2-850A-4346-B40A-30DB70398C15}"/>
              </a:ext>
            </a:extLst>
          </p:cNvPr>
          <p:cNvSpPr>
            <a:spLocks xmlns:a="http://schemas.openxmlformats.org/drawingml/2006/main" noGrp="1"/>
          </p:cNvSpPr>
          <p:nvPr/>
        </p:nvSpPr>
        <p:spPr>
          <a:xfrm xmlns:a="http://schemas.openxmlformats.org/drawingml/2006/main">
            <a:off x="3371850" y="333375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yn1g4m">
            <a:extLst xmlns:a="http://schemas.openxmlformats.org/drawingml/2006/main">
              <a:ext uri="{FF2B5EF4-FFF2-40B4-BE49-F238E27FC236}">
                <a16:creationId xmlns:a16="http://schemas.microsoft.com/office/drawing/2014/main" id="{5EC55AB4-6040-4750-82FC-E30D5BFFAFAC}"/>
              </a:ext>
            </a:extLst>
          </p:cNvPr>
          <p:cNvSpPr>
            <a:spLocks xmlns:a="http://schemas.openxmlformats.org/drawingml/2006/main" noGrp="1"/>
          </p:cNvSpPr>
          <p:nvPr/>
        </p:nvSpPr>
        <p:spPr>
          <a:xfrm xmlns:a="http://schemas.openxmlformats.org/drawingml/2006/main">
            <a:off x="3448050" y="3362325"/>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必須属性・選択肢の表示</a:t>
            </a:r>
          </a:p>
        </p:txBody>
      </p:sp>
      <p:sp>
        <p:nvSpPr>
          <p:cNvPr id="27" name="">
            <a:extLst xmlns:a="http://schemas.openxmlformats.org/drawingml/2006/main">
              <a:ext uri="{FF2B5EF4-FFF2-40B4-BE49-F238E27FC236}">
                <a16:creationId xmlns:a16="http://schemas.microsoft.com/office/drawing/2014/main" id="{F81DD3AD-6D56-4CE8-84D4-502FD64FBAB5}"/>
              </a:ext>
            </a:extLst>
          </p:cNvPr>
          <p:cNvSpPr>
            <a:spLocks xmlns:a="http://schemas.openxmlformats.org/drawingml/2006/main" noGrp="1"/>
          </p:cNvSpPr>
          <p:nvPr/>
        </p:nvSpPr>
        <p:spPr>
          <a:xfrm xmlns:a="http://schemas.openxmlformats.org/drawingml/2006/main">
            <a:off x="8134350" y="3333750"/>
            <a:ext cx="34480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1bnc3k">
            <a:extLst xmlns:a="http://schemas.openxmlformats.org/drawingml/2006/main">
              <a:ext uri="{FF2B5EF4-FFF2-40B4-BE49-F238E27FC236}">
                <a16:creationId xmlns:a16="http://schemas.microsoft.com/office/drawing/2014/main" id="{CEB0D406-218C-4E10-8612-4E89E21431F3}"/>
              </a:ext>
            </a:extLst>
          </p:cNvPr>
          <p:cNvSpPr>
            <a:spLocks xmlns:a="http://schemas.openxmlformats.org/drawingml/2006/main" noGrp="1"/>
          </p:cNvSpPr>
          <p:nvPr/>
        </p:nvSpPr>
        <p:spPr>
          <a:xfrm xmlns:a="http://schemas.openxmlformats.org/drawingml/2006/main">
            <a:off x="8210550" y="3362325"/>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自治体・課題種別の組合せを維持</a:t>
            </a:r>
          </a:p>
        </p:txBody>
      </p:sp>
      <p:sp>
        <p:nvSpPr>
          <p:cNvPr id="29" name="">
            <a:extLst xmlns:a="http://schemas.openxmlformats.org/drawingml/2006/main">
              <a:ext uri="{FF2B5EF4-FFF2-40B4-BE49-F238E27FC236}">
                <a16:creationId xmlns:a16="http://schemas.microsoft.com/office/drawing/2014/main" id="{48B5F7E3-9750-40A3-9818-2364FA64893F}"/>
              </a:ext>
            </a:extLst>
          </p:cNvPr>
          <p:cNvSpPr>
            <a:spLocks xmlns:a="http://schemas.openxmlformats.org/drawingml/2006/main" noGrp="1"/>
          </p:cNvSpPr>
          <p:nvPr/>
        </p:nvSpPr>
        <p:spPr>
          <a:xfrm xmlns:a="http://schemas.openxmlformats.org/drawingml/2006/main">
            <a:off x="609600" y="3981450"/>
            <a:ext cx="2762250" cy="647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l8oc12">
            <a:extLst xmlns:a="http://schemas.openxmlformats.org/drawingml/2006/main">
              <a:ext uri="{FF2B5EF4-FFF2-40B4-BE49-F238E27FC236}">
                <a16:creationId xmlns:a16="http://schemas.microsoft.com/office/drawing/2014/main" id="{8C50F8DE-7214-4784-BFF8-3B4E1A4CBCE1}"/>
              </a:ext>
            </a:extLst>
          </p:cNvPr>
          <p:cNvSpPr>
            <a:spLocks xmlns:a="http://schemas.openxmlformats.org/drawingml/2006/main" noGrp="1"/>
          </p:cNvSpPr>
          <p:nvPr/>
        </p:nvSpPr>
        <p:spPr>
          <a:xfrm xmlns:a="http://schemas.openxmlformats.org/drawingml/2006/main">
            <a:off x="685800" y="4010025"/>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施策マスタ</a:t>
            </a:r>
          </a:p>
        </p:txBody>
      </p:sp>
      <p:sp>
        <p:nvSpPr>
          <p:cNvPr id="31" name="">
            <a:extLst xmlns:a="http://schemas.openxmlformats.org/drawingml/2006/main">
              <a:ext uri="{FF2B5EF4-FFF2-40B4-BE49-F238E27FC236}">
                <a16:creationId xmlns:a16="http://schemas.microsoft.com/office/drawing/2014/main" id="{BB8BD10A-0BC4-41E1-937A-214F2785DF5F}"/>
              </a:ext>
            </a:extLst>
          </p:cNvPr>
          <p:cNvSpPr>
            <a:spLocks xmlns:a="http://schemas.openxmlformats.org/drawingml/2006/main" noGrp="1"/>
          </p:cNvSpPr>
          <p:nvPr/>
        </p:nvSpPr>
        <p:spPr>
          <a:xfrm xmlns:a="http://schemas.openxmlformats.org/drawingml/2006/main">
            <a:off x="3371850" y="3981450"/>
            <a:ext cx="4762500" cy="647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26f0xs">
            <a:extLst xmlns:a="http://schemas.openxmlformats.org/drawingml/2006/main">
              <a:ext uri="{FF2B5EF4-FFF2-40B4-BE49-F238E27FC236}">
                <a16:creationId xmlns:a16="http://schemas.microsoft.com/office/drawing/2014/main" id="{80B34707-BB65-42A8-B85B-484A60D6E647}"/>
              </a:ext>
            </a:extLst>
          </p:cNvPr>
          <p:cNvSpPr>
            <a:spLocks xmlns:a="http://schemas.openxmlformats.org/drawingml/2006/main" noGrp="1"/>
          </p:cNvSpPr>
          <p:nvPr/>
        </p:nvSpPr>
        <p:spPr>
          <a:xfrm xmlns:a="http://schemas.openxmlformats.org/drawingml/2006/main">
            <a:off x="3448050" y="4010025"/>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施策依頼の候補</a:t>
            </a:r>
          </a:p>
        </p:txBody>
      </p:sp>
      <p:sp>
        <p:nvSpPr>
          <p:cNvPr id="33" name="">
            <a:extLst xmlns:a="http://schemas.openxmlformats.org/drawingml/2006/main">
              <a:ext uri="{FF2B5EF4-FFF2-40B4-BE49-F238E27FC236}">
                <a16:creationId xmlns:a16="http://schemas.microsoft.com/office/drawing/2014/main" id="{C001A30F-93BB-41B7-83E2-C401A1DBE18F}"/>
              </a:ext>
            </a:extLst>
          </p:cNvPr>
          <p:cNvSpPr>
            <a:spLocks xmlns:a="http://schemas.openxmlformats.org/drawingml/2006/main" noGrp="1"/>
          </p:cNvSpPr>
          <p:nvPr/>
        </p:nvSpPr>
        <p:spPr>
          <a:xfrm xmlns:a="http://schemas.openxmlformats.org/drawingml/2006/main">
            <a:off x="8134350" y="3981450"/>
            <a:ext cx="3448050" cy="64770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i5pzl0">
            <a:extLst xmlns:a="http://schemas.openxmlformats.org/drawingml/2006/main">
              <a:ext uri="{FF2B5EF4-FFF2-40B4-BE49-F238E27FC236}">
                <a16:creationId xmlns:a16="http://schemas.microsoft.com/office/drawing/2014/main" id="{74AA48E9-2B00-460C-A262-D767E9D4CDB4}"/>
              </a:ext>
            </a:extLst>
          </p:cNvPr>
          <p:cNvSpPr>
            <a:spLocks xmlns:a="http://schemas.openxmlformats.org/drawingml/2006/main" noGrp="1"/>
          </p:cNvSpPr>
          <p:nvPr/>
        </p:nvSpPr>
        <p:spPr>
          <a:xfrm xmlns:a="http://schemas.openxmlformats.org/drawingml/2006/main">
            <a:off x="8210550" y="4010025"/>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現在の限定運用では原則使用しない</a:t>
            </a:r>
          </a:p>
        </p:txBody>
      </p:sp>
      <p:sp>
        <p:nvSpPr>
          <p:cNvPr id="35" name="">
            <a:extLst xmlns:a="http://schemas.openxmlformats.org/drawingml/2006/main">
              <a:ext uri="{FF2B5EF4-FFF2-40B4-BE49-F238E27FC236}">
                <a16:creationId xmlns:a16="http://schemas.microsoft.com/office/drawing/2014/main" id="{EF2BD6DE-D2C5-43C8-B190-78C07B36577A}"/>
              </a:ext>
            </a:extLst>
          </p:cNvPr>
          <p:cNvSpPr>
            <a:spLocks xmlns:a="http://schemas.openxmlformats.org/drawingml/2006/main" noGrp="1"/>
          </p:cNvSpPr>
          <p:nvPr/>
        </p:nvSpPr>
        <p:spPr>
          <a:xfrm xmlns:a="http://schemas.openxmlformats.org/drawingml/2006/main">
            <a:off x="609600" y="4629150"/>
            <a:ext cx="2762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2hgoan">
            <a:extLst xmlns:a="http://schemas.openxmlformats.org/drawingml/2006/main">
              <a:ext uri="{FF2B5EF4-FFF2-40B4-BE49-F238E27FC236}">
                <a16:creationId xmlns:a16="http://schemas.microsoft.com/office/drawing/2014/main" id="{FDB1FBEB-41F5-4C7C-95E9-67A106BC3F0F}"/>
              </a:ext>
            </a:extLst>
          </p:cNvPr>
          <p:cNvSpPr>
            <a:spLocks xmlns:a="http://schemas.openxmlformats.org/drawingml/2006/main" noGrp="1"/>
          </p:cNvSpPr>
          <p:nvPr/>
        </p:nvSpPr>
        <p:spPr>
          <a:xfrm xmlns:a="http://schemas.openxmlformats.org/drawingml/2006/main">
            <a:off x="685800" y="4657725"/>
            <a:ext cx="2609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フォーム項目定義</a:t>
            </a:r>
          </a:p>
        </p:txBody>
      </p:sp>
      <p:sp>
        <p:nvSpPr>
          <p:cNvPr id="37" name="">
            <a:extLst xmlns:a="http://schemas.openxmlformats.org/drawingml/2006/main">
              <a:ext uri="{FF2B5EF4-FFF2-40B4-BE49-F238E27FC236}">
                <a16:creationId xmlns:a16="http://schemas.microsoft.com/office/drawing/2014/main" id="{E37FBB9B-FED4-4137-9A4E-864C08F969A1}"/>
              </a:ext>
            </a:extLst>
          </p:cNvPr>
          <p:cNvSpPr>
            <a:spLocks xmlns:a="http://schemas.openxmlformats.org/drawingml/2006/main" noGrp="1"/>
          </p:cNvSpPr>
          <p:nvPr/>
        </p:nvSpPr>
        <p:spPr>
          <a:xfrm xmlns:a="http://schemas.openxmlformats.org/drawingml/2006/main">
            <a:off x="3371850" y="462915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mwaoxr">
            <a:extLst xmlns:a="http://schemas.openxmlformats.org/drawingml/2006/main">
              <a:ext uri="{FF2B5EF4-FFF2-40B4-BE49-F238E27FC236}">
                <a16:creationId xmlns:a16="http://schemas.microsoft.com/office/drawing/2014/main" id="{C48AAFBE-3407-44E9-9C55-2A211527B286}"/>
              </a:ext>
            </a:extLst>
          </p:cNvPr>
          <p:cNvSpPr>
            <a:spLocks xmlns:a="http://schemas.openxmlformats.org/drawingml/2006/main" noGrp="1"/>
          </p:cNvSpPr>
          <p:nvPr/>
        </p:nvSpPr>
        <p:spPr>
          <a:xfrm xmlns:a="http://schemas.openxmlformats.org/drawingml/2006/main">
            <a:off x="3448050" y="4657725"/>
            <a:ext cx="4610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表示順・入力形式・固定値・表示可否</a:t>
            </a:r>
          </a:p>
        </p:txBody>
      </p:sp>
      <p:sp>
        <p:nvSpPr>
          <p:cNvPr id="39" name="">
            <a:extLst xmlns:a="http://schemas.openxmlformats.org/drawingml/2006/main">
              <a:ext uri="{FF2B5EF4-FFF2-40B4-BE49-F238E27FC236}">
                <a16:creationId xmlns:a16="http://schemas.microsoft.com/office/drawing/2014/main" id="{DCD55065-5752-4511-8743-CB13C86A631C}"/>
              </a:ext>
            </a:extLst>
          </p:cNvPr>
          <p:cNvSpPr>
            <a:spLocks xmlns:a="http://schemas.openxmlformats.org/drawingml/2006/main" noGrp="1"/>
          </p:cNvSpPr>
          <p:nvPr/>
        </p:nvSpPr>
        <p:spPr>
          <a:xfrm xmlns:a="http://schemas.openxmlformats.org/drawingml/2006/main">
            <a:off x="8134350" y="4629150"/>
            <a:ext cx="34480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qsbpsi">
            <a:extLst xmlns:a="http://schemas.openxmlformats.org/drawingml/2006/main">
              <a:ext uri="{FF2B5EF4-FFF2-40B4-BE49-F238E27FC236}">
                <a16:creationId xmlns:a16="http://schemas.microsoft.com/office/drawing/2014/main" id="{59311AE7-0EA1-4F53-8BF9-EB13FBAD59E9}"/>
              </a:ext>
            </a:extLst>
          </p:cNvPr>
          <p:cNvSpPr>
            <a:spLocks xmlns:a="http://schemas.openxmlformats.org/drawingml/2006/main" noGrp="1"/>
          </p:cNvSpPr>
          <p:nvPr/>
        </p:nvSpPr>
        <p:spPr>
          <a:xfrm xmlns:a="http://schemas.openxmlformats.org/drawingml/2006/main">
            <a:off x="8210550" y="4657725"/>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チョイス列名を変更しない</a:t>
            </a:r>
          </a:p>
        </p:txBody>
      </p:sp>
      <p:sp>
        <p:nvSpPr>
          <p:cNvPr id="41" name="">
            <a:extLst xmlns:a="http://schemas.openxmlformats.org/drawingml/2006/main">
              <a:ext uri="{FF2B5EF4-FFF2-40B4-BE49-F238E27FC236}">
                <a16:creationId xmlns:a16="http://schemas.microsoft.com/office/drawing/2014/main" id="{DBDF836D-BAA7-4CE7-B055-EDDD6BCFF23A}"/>
              </a:ext>
            </a:extLst>
          </p:cNvPr>
          <p:cNvSpPr>
            <a:spLocks xmlns:a="http://schemas.openxmlformats.org/drawingml/2006/main" noGrp="1"/>
          </p:cNvSpPr>
          <p:nvPr/>
        </p:nvSpPr>
        <p:spPr>
          <a:xfrm xmlns:a="http://schemas.openxmlformats.org/drawingml/2006/main">
            <a:off x="609600" y="5391150"/>
            <a:ext cx="10972800" cy="74295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42" name="text-yk2cgt">
            <a:extLst xmlns:a="http://schemas.openxmlformats.org/drawingml/2006/main">
              <a:ext uri="{FF2B5EF4-FFF2-40B4-BE49-F238E27FC236}">
                <a16:creationId xmlns:a16="http://schemas.microsoft.com/office/drawing/2014/main" id="{1600E5F4-2C71-4F99-92CC-BCDEE688DFED}"/>
              </a:ext>
            </a:extLst>
          </p:cNvPr>
          <p:cNvSpPr>
            <a:spLocks xmlns:a="http://schemas.openxmlformats.org/drawingml/2006/main" noGrp="1"/>
          </p:cNvSpPr>
          <p:nvPr/>
        </p:nvSpPr>
        <p:spPr>
          <a:xfrm xmlns:a="http://schemas.openxmlformats.org/drawingml/2006/main">
            <a:off x="819150" y="5543550"/>
            <a:ext cx="10553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D83A42"/>
                </a:solidFill>
              </a:defRPr>
            </a:pPr>
            <a:r>
              <a:rPr sz="1275" b="1">
                <a:solidFill>
                  <a:srgbClr val="D83A42"/>
                </a:solidFill>
              </a:rPr>
              <a:t>編集禁止：APIキー、パスワード、暗号化トークンの値をチャット・マニュアル・通常シートへコピーしない。</a:t>
            </a:r>
          </a:p>
        </p:txBody>
      </p:sp>
      <p:sp>
        <p:nvSpPr>
          <p:cNvPr id="43" name="text-7bo03x">
            <a:extLst xmlns:a="http://schemas.openxmlformats.org/drawingml/2006/main">
              <a:ext uri="{FF2B5EF4-FFF2-40B4-BE49-F238E27FC236}">
                <a16:creationId xmlns:a16="http://schemas.microsoft.com/office/drawing/2014/main" id="{30EBE19C-AE4C-4063-B014-9F13F5CAA0D4}"/>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24</a:t>
            </a:r>
          </a:p>
        </p:txBody>
      </p:sp>
    </p:spTree>
    <p:extLst>
      <p:ext uri="{BB962C8B-B14F-4D97-AF65-F5344CB8AC3E}">
        <p14:creationId xmlns:p14="http://schemas.microsoft.com/office/powerpoint/2010/main" val="142773728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text-cr32ek">
            <a:extLst xmlns:a="http://schemas.openxmlformats.org/drawingml/2006/main">
              <a:ext uri="{FF2B5EF4-FFF2-40B4-BE49-F238E27FC236}">
                <a16:creationId xmlns:a16="http://schemas.microsoft.com/office/drawing/2014/main" id="{CE9B465E-AA63-4992-93EE-680FB86D8AA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24 / PRODUCT MASTER</a:t>
            </a:r>
          </a:p>
        </p:txBody>
      </p:sp>
      <p:sp>
        <p:nvSpPr>
          <p:cNvPr id="2" name="text-mwxrf4">
            <a:extLst xmlns:a="http://schemas.openxmlformats.org/drawingml/2006/main">
              <a:ext uri="{FF2B5EF4-FFF2-40B4-BE49-F238E27FC236}">
                <a16:creationId xmlns:a16="http://schemas.microsoft.com/office/drawing/2014/main" id="{7BF0E2A5-FE44-41AD-9A66-65526FBDA857}"/>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フォームは「全自治体マスタ」を商品情報の正本として参照</a:t>
            </a:r>
          </a:p>
        </p:txBody>
      </p:sp>
      <p:sp>
        <p:nvSpPr>
          <p:cNvPr id="3" name="text-02yobq">
            <a:extLst xmlns:a="http://schemas.openxmlformats.org/drawingml/2006/main">
              <a:ext uri="{FF2B5EF4-FFF2-40B4-BE49-F238E27FC236}">
                <a16:creationId xmlns:a16="http://schemas.microsoft.com/office/drawing/2014/main" id="{ACF2A4B7-309F-4563-BA01-B605EE116D18}"/>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依頼データは別シートへ保存し、現行商品行を直接上書きしません。</a:t>
            </a:r>
          </a:p>
        </p:txBody>
      </p:sp>
      <p:sp>
        <p:nvSpPr>
          <p:cNvPr id="4" name="">
            <a:extLst xmlns:a="http://schemas.openxmlformats.org/drawingml/2006/main">
              <a:ext uri="{FF2B5EF4-FFF2-40B4-BE49-F238E27FC236}">
                <a16:creationId xmlns:a16="http://schemas.microsoft.com/office/drawing/2014/main" id="{DCB07A08-4A08-4016-9851-88F3CCFBFFE4}"/>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E418724-2C75-4D26-BBF3-1380D1FFC9FB}"/>
              </a:ext>
            </a:extLst>
          </p:cNvPr>
          <p:cNvSpPr>
            <a:spLocks xmlns:a="http://schemas.openxmlformats.org/drawingml/2006/main" noGrp="1"/>
          </p:cNvSpPr>
          <p:nvPr/>
        </p:nvSpPr>
        <p:spPr>
          <a:xfrm xmlns:a="http://schemas.openxmlformats.org/drawingml/2006/main">
            <a:off x="609600" y="1676400"/>
            <a:ext cx="2762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lumq33">
            <a:extLst xmlns:a="http://schemas.openxmlformats.org/drawingml/2006/main">
              <a:ext uri="{FF2B5EF4-FFF2-40B4-BE49-F238E27FC236}">
                <a16:creationId xmlns:a16="http://schemas.microsoft.com/office/drawing/2014/main" id="{04707CCC-C572-44E2-A7DF-BBA9A5F04BC0}"/>
              </a:ext>
            </a:extLst>
          </p:cNvPr>
          <p:cNvSpPr>
            <a:spLocks xmlns:a="http://schemas.openxmlformats.org/drawingml/2006/main" noGrp="1"/>
          </p:cNvSpPr>
          <p:nvPr/>
        </p:nvSpPr>
        <p:spPr>
          <a:xfrm xmlns:a="http://schemas.openxmlformats.org/drawingml/2006/main">
            <a:off x="685800" y="1676400"/>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シート</a:t>
            </a:r>
          </a:p>
        </p:txBody>
      </p:sp>
      <p:sp>
        <p:nvSpPr>
          <p:cNvPr id="7" name="">
            <a:extLst xmlns:a="http://schemas.openxmlformats.org/drawingml/2006/main">
              <a:ext uri="{FF2B5EF4-FFF2-40B4-BE49-F238E27FC236}">
                <a16:creationId xmlns:a16="http://schemas.microsoft.com/office/drawing/2014/main" id="{381B0D52-E73C-41FE-A374-15FB4B28E0BD}"/>
              </a:ext>
            </a:extLst>
          </p:cNvPr>
          <p:cNvSpPr>
            <a:spLocks xmlns:a="http://schemas.openxmlformats.org/drawingml/2006/main" noGrp="1"/>
          </p:cNvSpPr>
          <p:nvPr/>
        </p:nvSpPr>
        <p:spPr>
          <a:xfrm xmlns:a="http://schemas.openxmlformats.org/drawingml/2006/main">
            <a:off x="3371850" y="1676400"/>
            <a:ext cx="5238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ukruom">
            <a:extLst xmlns:a="http://schemas.openxmlformats.org/drawingml/2006/main">
              <a:ext uri="{FF2B5EF4-FFF2-40B4-BE49-F238E27FC236}">
                <a16:creationId xmlns:a16="http://schemas.microsoft.com/office/drawing/2014/main" id="{A04A4187-B181-4040-B5EE-F534FC24A115}"/>
              </a:ext>
            </a:extLst>
          </p:cNvPr>
          <p:cNvSpPr>
            <a:spLocks xmlns:a="http://schemas.openxmlformats.org/drawingml/2006/main" noGrp="1"/>
          </p:cNvSpPr>
          <p:nvPr/>
        </p:nvSpPr>
        <p:spPr>
          <a:xfrm xmlns:a="http://schemas.openxmlformats.org/drawingml/2006/main">
            <a:off x="3448050" y="1676400"/>
            <a:ext cx="5086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役割</a:t>
            </a:r>
          </a:p>
        </p:txBody>
      </p:sp>
      <p:sp>
        <p:nvSpPr>
          <p:cNvPr id="9" name="">
            <a:extLst xmlns:a="http://schemas.openxmlformats.org/drawingml/2006/main">
              <a:ext uri="{FF2B5EF4-FFF2-40B4-BE49-F238E27FC236}">
                <a16:creationId xmlns:a16="http://schemas.microsoft.com/office/drawing/2014/main" id="{662E6B55-F54B-4EF4-BD5E-C638D42A5D71}"/>
              </a:ext>
            </a:extLst>
          </p:cNvPr>
          <p:cNvSpPr>
            <a:spLocks xmlns:a="http://schemas.openxmlformats.org/drawingml/2006/main" noGrp="1"/>
          </p:cNvSpPr>
          <p:nvPr/>
        </p:nvSpPr>
        <p:spPr>
          <a:xfrm xmlns:a="http://schemas.openxmlformats.org/drawingml/2006/main">
            <a:off x="8610600" y="1676400"/>
            <a:ext cx="29718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ixn8qf">
            <a:extLst xmlns:a="http://schemas.openxmlformats.org/drawingml/2006/main">
              <a:ext uri="{FF2B5EF4-FFF2-40B4-BE49-F238E27FC236}">
                <a16:creationId xmlns:a16="http://schemas.microsoft.com/office/drawing/2014/main" id="{C679FCD1-C281-4E0E-893F-2678472D3640}"/>
              </a:ext>
            </a:extLst>
          </p:cNvPr>
          <p:cNvSpPr>
            <a:spLocks xmlns:a="http://schemas.openxmlformats.org/drawingml/2006/main" noGrp="1"/>
          </p:cNvSpPr>
          <p:nvPr/>
        </p:nvSpPr>
        <p:spPr>
          <a:xfrm xmlns:a="http://schemas.openxmlformats.org/drawingml/2006/main">
            <a:off x="8686800" y="1676400"/>
            <a:ext cx="2819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確認する場面</a:t>
            </a:r>
          </a:p>
        </p:txBody>
      </p:sp>
      <p:sp>
        <p:nvSpPr>
          <p:cNvPr id="11" name="">
            <a:extLst xmlns:a="http://schemas.openxmlformats.org/drawingml/2006/main">
              <a:ext uri="{FF2B5EF4-FFF2-40B4-BE49-F238E27FC236}">
                <a16:creationId xmlns:a16="http://schemas.microsoft.com/office/drawing/2014/main" id="{D5453F27-5E05-40D4-9534-0DA2BA7475E2}"/>
              </a:ext>
            </a:extLst>
          </p:cNvPr>
          <p:cNvSpPr>
            <a:spLocks xmlns:a="http://schemas.openxmlformats.org/drawingml/2006/main" noGrp="1"/>
          </p:cNvSpPr>
          <p:nvPr/>
        </p:nvSpPr>
        <p:spPr>
          <a:xfrm xmlns:a="http://schemas.openxmlformats.org/drawingml/2006/main">
            <a:off x="609600" y="2038350"/>
            <a:ext cx="2762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ckwv1g">
            <a:extLst xmlns:a="http://schemas.openxmlformats.org/drawingml/2006/main">
              <a:ext uri="{FF2B5EF4-FFF2-40B4-BE49-F238E27FC236}">
                <a16:creationId xmlns:a16="http://schemas.microsoft.com/office/drawing/2014/main" id="{EFC11C66-B1F0-44EA-90D5-73593633214F}"/>
              </a:ext>
            </a:extLst>
          </p:cNvPr>
          <p:cNvSpPr>
            <a:spLocks xmlns:a="http://schemas.openxmlformats.org/drawingml/2006/main" noGrp="1"/>
          </p:cNvSpPr>
          <p:nvPr/>
        </p:nvSpPr>
        <p:spPr>
          <a:xfrm xmlns:a="http://schemas.openxmlformats.org/drawingml/2006/main">
            <a:off x="685800" y="20669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自治体別集計</a:t>
            </a:r>
          </a:p>
        </p:txBody>
      </p:sp>
      <p:sp>
        <p:nvSpPr>
          <p:cNvPr id="13" name="">
            <a:extLst xmlns:a="http://schemas.openxmlformats.org/drawingml/2006/main">
              <a:ext uri="{FF2B5EF4-FFF2-40B4-BE49-F238E27FC236}">
                <a16:creationId xmlns:a16="http://schemas.microsoft.com/office/drawing/2014/main" id="{706AD80C-C478-4853-B453-93D3120F1015}"/>
              </a:ext>
            </a:extLst>
          </p:cNvPr>
          <p:cNvSpPr>
            <a:spLocks xmlns:a="http://schemas.openxmlformats.org/drawingml/2006/main" noGrp="1"/>
          </p:cNvSpPr>
          <p:nvPr/>
        </p:nvSpPr>
        <p:spPr>
          <a:xfrm xmlns:a="http://schemas.openxmlformats.org/drawingml/2006/main">
            <a:off x="3371850" y="20383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getw61">
            <a:extLst xmlns:a="http://schemas.openxmlformats.org/drawingml/2006/main">
              <a:ext uri="{FF2B5EF4-FFF2-40B4-BE49-F238E27FC236}">
                <a16:creationId xmlns:a16="http://schemas.microsoft.com/office/drawing/2014/main" id="{7B91BA1D-EC43-4F25-BFDA-DEA59F9FA4CB}"/>
              </a:ext>
            </a:extLst>
          </p:cNvPr>
          <p:cNvSpPr>
            <a:spLocks xmlns:a="http://schemas.openxmlformats.org/drawingml/2006/main" noGrp="1"/>
          </p:cNvSpPr>
          <p:nvPr/>
        </p:nvSpPr>
        <p:spPr>
          <a:xfrm xmlns:a="http://schemas.openxmlformats.org/drawingml/2006/main">
            <a:off x="3448050" y="206692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自治体別の商品数・公開数・事業者数</a:t>
            </a:r>
          </a:p>
        </p:txBody>
      </p:sp>
      <p:sp>
        <p:nvSpPr>
          <p:cNvPr id="15" name="">
            <a:extLst xmlns:a="http://schemas.openxmlformats.org/drawingml/2006/main">
              <a:ext uri="{FF2B5EF4-FFF2-40B4-BE49-F238E27FC236}">
                <a16:creationId xmlns:a16="http://schemas.microsoft.com/office/drawing/2014/main" id="{1833FE6A-A6D8-4A1E-9E41-02A67963F3CE}"/>
              </a:ext>
            </a:extLst>
          </p:cNvPr>
          <p:cNvSpPr>
            <a:spLocks xmlns:a="http://schemas.openxmlformats.org/drawingml/2006/main" noGrp="1"/>
          </p:cNvSpPr>
          <p:nvPr/>
        </p:nvSpPr>
        <p:spPr>
          <a:xfrm xmlns:a="http://schemas.openxmlformats.org/drawingml/2006/main">
            <a:off x="8610600" y="2038350"/>
            <a:ext cx="29718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6sl0c5">
            <a:extLst xmlns:a="http://schemas.openxmlformats.org/drawingml/2006/main">
              <a:ext uri="{FF2B5EF4-FFF2-40B4-BE49-F238E27FC236}">
                <a16:creationId xmlns:a16="http://schemas.microsoft.com/office/drawing/2014/main" id="{824452B8-9354-481E-B7C6-B8DFEF856D99}"/>
              </a:ext>
            </a:extLst>
          </p:cNvPr>
          <p:cNvSpPr>
            <a:spLocks xmlns:a="http://schemas.openxmlformats.org/drawingml/2006/main" noGrp="1"/>
          </p:cNvSpPr>
          <p:nvPr/>
        </p:nvSpPr>
        <p:spPr>
          <a:xfrm xmlns:a="http://schemas.openxmlformats.org/drawingml/2006/main">
            <a:off x="8686800" y="206692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取得状況の一覧確認</a:t>
            </a:r>
          </a:p>
        </p:txBody>
      </p:sp>
      <p:sp>
        <p:nvSpPr>
          <p:cNvPr id="17" name="">
            <a:extLst xmlns:a="http://schemas.openxmlformats.org/drawingml/2006/main">
              <a:ext uri="{FF2B5EF4-FFF2-40B4-BE49-F238E27FC236}">
                <a16:creationId xmlns:a16="http://schemas.microsoft.com/office/drawing/2014/main" id="{94A136FE-E2E5-4992-99CB-C20DF9D61F4F}"/>
              </a:ext>
            </a:extLst>
          </p:cNvPr>
          <p:cNvSpPr>
            <a:spLocks xmlns:a="http://schemas.openxmlformats.org/drawingml/2006/main" noGrp="1"/>
          </p:cNvSpPr>
          <p:nvPr/>
        </p:nvSpPr>
        <p:spPr>
          <a:xfrm xmlns:a="http://schemas.openxmlformats.org/drawingml/2006/main">
            <a:off x="609600" y="2552700"/>
            <a:ext cx="27622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q5zgiw">
            <a:extLst xmlns:a="http://schemas.openxmlformats.org/drawingml/2006/main">
              <a:ext uri="{FF2B5EF4-FFF2-40B4-BE49-F238E27FC236}">
                <a16:creationId xmlns:a16="http://schemas.microsoft.com/office/drawing/2014/main" id="{ACB540B9-8F00-442E-BA04-57F6C8245D99}"/>
              </a:ext>
            </a:extLst>
          </p:cNvPr>
          <p:cNvSpPr>
            <a:spLocks xmlns:a="http://schemas.openxmlformats.org/drawingml/2006/main" noGrp="1"/>
          </p:cNvSpPr>
          <p:nvPr/>
        </p:nvSpPr>
        <p:spPr>
          <a:xfrm xmlns:a="http://schemas.openxmlformats.org/drawingml/2006/main">
            <a:off x="685800" y="258127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全自治体マスタ</a:t>
            </a:r>
          </a:p>
        </p:txBody>
      </p:sp>
      <p:sp>
        <p:nvSpPr>
          <p:cNvPr id="19" name="">
            <a:extLst xmlns:a="http://schemas.openxmlformats.org/drawingml/2006/main">
              <a:ext uri="{FF2B5EF4-FFF2-40B4-BE49-F238E27FC236}">
                <a16:creationId xmlns:a16="http://schemas.microsoft.com/office/drawing/2014/main" id="{ECCEA3E4-CEAC-4FD1-857B-3717C35FA631}"/>
              </a:ext>
            </a:extLst>
          </p:cNvPr>
          <p:cNvSpPr>
            <a:spLocks xmlns:a="http://schemas.openxmlformats.org/drawingml/2006/main" noGrp="1"/>
          </p:cNvSpPr>
          <p:nvPr/>
        </p:nvSpPr>
        <p:spPr>
          <a:xfrm xmlns:a="http://schemas.openxmlformats.org/drawingml/2006/main">
            <a:off x="3371850" y="2552700"/>
            <a:ext cx="52387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a39jcs">
            <a:extLst xmlns:a="http://schemas.openxmlformats.org/drawingml/2006/main">
              <a:ext uri="{FF2B5EF4-FFF2-40B4-BE49-F238E27FC236}">
                <a16:creationId xmlns:a16="http://schemas.microsoft.com/office/drawing/2014/main" id="{F6501DA5-CA67-4AA1-A52C-016C93D2B5C5}"/>
              </a:ext>
            </a:extLst>
          </p:cNvPr>
          <p:cNvSpPr>
            <a:spLocks xmlns:a="http://schemas.openxmlformats.org/drawingml/2006/main" noGrp="1"/>
          </p:cNvSpPr>
          <p:nvPr/>
        </p:nvSpPr>
        <p:spPr>
          <a:xfrm xmlns:a="http://schemas.openxmlformats.org/drawingml/2006/main">
            <a:off x="3448050" y="258127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フォームが参照する商品情報の正本</a:t>
            </a:r>
          </a:p>
        </p:txBody>
      </p:sp>
      <p:sp>
        <p:nvSpPr>
          <p:cNvPr id="21" name="">
            <a:extLst xmlns:a="http://schemas.openxmlformats.org/drawingml/2006/main">
              <a:ext uri="{FF2B5EF4-FFF2-40B4-BE49-F238E27FC236}">
                <a16:creationId xmlns:a16="http://schemas.microsoft.com/office/drawing/2014/main" id="{3FE565F9-9613-4666-A110-443EB7FFEA78}"/>
              </a:ext>
            </a:extLst>
          </p:cNvPr>
          <p:cNvSpPr>
            <a:spLocks xmlns:a="http://schemas.openxmlformats.org/drawingml/2006/main" noGrp="1"/>
          </p:cNvSpPr>
          <p:nvPr/>
        </p:nvSpPr>
        <p:spPr>
          <a:xfrm xmlns:a="http://schemas.openxmlformats.org/drawingml/2006/main">
            <a:off x="8610600" y="2552700"/>
            <a:ext cx="297180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1fqi7u">
            <a:extLst xmlns:a="http://schemas.openxmlformats.org/drawingml/2006/main">
              <a:ext uri="{FF2B5EF4-FFF2-40B4-BE49-F238E27FC236}">
                <a16:creationId xmlns:a16="http://schemas.microsoft.com/office/drawing/2014/main" id="{EFDDC6AD-940B-4F83-B656-37EC045EE9BB}"/>
              </a:ext>
            </a:extLst>
          </p:cNvPr>
          <p:cNvSpPr>
            <a:spLocks xmlns:a="http://schemas.openxmlformats.org/drawingml/2006/main" noGrp="1"/>
          </p:cNvSpPr>
          <p:nvPr/>
        </p:nvSpPr>
        <p:spPr>
          <a:xfrm xmlns:a="http://schemas.openxmlformats.org/drawingml/2006/main">
            <a:off x="8686800" y="258127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商品・自治体が出ないとき</a:t>
            </a:r>
          </a:p>
        </p:txBody>
      </p:sp>
      <p:sp>
        <p:nvSpPr>
          <p:cNvPr id="23" name="">
            <a:extLst xmlns:a="http://schemas.openxmlformats.org/drawingml/2006/main">
              <a:ext uri="{FF2B5EF4-FFF2-40B4-BE49-F238E27FC236}">
                <a16:creationId xmlns:a16="http://schemas.microsoft.com/office/drawing/2014/main" id="{F30CEB22-33D8-4416-B153-38B98EF47A45}"/>
              </a:ext>
            </a:extLst>
          </p:cNvPr>
          <p:cNvSpPr>
            <a:spLocks xmlns:a="http://schemas.openxmlformats.org/drawingml/2006/main" noGrp="1"/>
          </p:cNvSpPr>
          <p:nvPr/>
        </p:nvSpPr>
        <p:spPr>
          <a:xfrm xmlns:a="http://schemas.openxmlformats.org/drawingml/2006/main">
            <a:off x="609600" y="3067050"/>
            <a:ext cx="2762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c2x8cw">
            <a:extLst xmlns:a="http://schemas.openxmlformats.org/drawingml/2006/main">
              <a:ext uri="{FF2B5EF4-FFF2-40B4-BE49-F238E27FC236}">
                <a16:creationId xmlns:a16="http://schemas.microsoft.com/office/drawing/2014/main" id="{3EEC39BC-FB68-4CD2-98F9-D282188EC3B4}"/>
              </a:ext>
            </a:extLst>
          </p:cNvPr>
          <p:cNvSpPr>
            <a:spLocks xmlns:a="http://schemas.openxmlformats.org/drawingml/2006/main" noGrp="1"/>
          </p:cNvSpPr>
          <p:nvPr/>
        </p:nvSpPr>
        <p:spPr>
          <a:xfrm xmlns:a="http://schemas.openxmlformats.org/drawingml/2006/main">
            <a:off x="685800" y="30956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更新履歴</a:t>
            </a:r>
          </a:p>
        </p:txBody>
      </p:sp>
      <p:sp>
        <p:nvSpPr>
          <p:cNvPr id="25" name="">
            <a:extLst xmlns:a="http://schemas.openxmlformats.org/drawingml/2006/main">
              <a:ext uri="{FF2B5EF4-FFF2-40B4-BE49-F238E27FC236}">
                <a16:creationId xmlns:a16="http://schemas.microsoft.com/office/drawing/2014/main" id="{29B0B945-5E77-48D8-9524-F971E0D319B8}"/>
              </a:ext>
            </a:extLst>
          </p:cNvPr>
          <p:cNvSpPr>
            <a:spLocks xmlns:a="http://schemas.openxmlformats.org/drawingml/2006/main" noGrp="1"/>
          </p:cNvSpPr>
          <p:nvPr/>
        </p:nvSpPr>
        <p:spPr>
          <a:xfrm xmlns:a="http://schemas.openxmlformats.org/drawingml/2006/main">
            <a:off x="3371850" y="30670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jevtqu">
            <a:extLst xmlns:a="http://schemas.openxmlformats.org/drawingml/2006/main">
              <a:ext uri="{FF2B5EF4-FFF2-40B4-BE49-F238E27FC236}">
                <a16:creationId xmlns:a16="http://schemas.microsoft.com/office/drawing/2014/main" id="{EB74AD6F-A458-4DB1-A1BD-A96EC33BF5C4}"/>
              </a:ext>
            </a:extLst>
          </p:cNvPr>
          <p:cNvSpPr>
            <a:spLocks xmlns:a="http://schemas.openxmlformats.org/drawingml/2006/main" noGrp="1"/>
          </p:cNvSpPr>
          <p:nvPr/>
        </p:nvSpPr>
        <p:spPr>
          <a:xfrm xmlns:a="http://schemas.openxmlformats.org/drawingml/2006/main">
            <a:off x="3448050" y="309562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固定PCの成功／失敗・件数・時刻</a:t>
            </a:r>
          </a:p>
        </p:txBody>
      </p:sp>
      <p:sp>
        <p:nvSpPr>
          <p:cNvPr id="27" name="">
            <a:extLst xmlns:a="http://schemas.openxmlformats.org/drawingml/2006/main">
              <a:ext uri="{FF2B5EF4-FFF2-40B4-BE49-F238E27FC236}">
                <a16:creationId xmlns:a16="http://schemas.microsoft.com/office/drawing/2014/main" id="{4524D20C-474F-4508-A84C-99DB1BB100A8}"/>
              </a:ext>
            </a:extLst>
          </p:cNvPr>
          <p:cNvSpPr>
            <a:spLocks xmlns:a="http://schemas.openxmlformats.org/drawingml/2006/main" noGrp="1"/>
          </p:cNvSpPr>
          <p:nvPr/>
        </p:nvSpPr>
        <p:spPr>
          <a:xfrm xmlns:a="http://schemas.openxmlformats.org/drawingml/2006/main">
            <a:off x="8610600" y="3067050"/>
            <a:ext cx="29718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mcy9o6">
            <a:extLst xmlns:a="http://schemas.openxmlformats.org/drawingml/2006/main">
              <a:ext uri="{FF2B5EF4-FFF2-40B4-BE49-F238E27FC236}">
                <a16:creationId xmlns:a16="http://schemas.microsoft.com/office/drawing/2014/main" id="{8A67DD68-75AF-4B49-BF8B-331BE3CAB5CE}"/>
              </a:ext>
            </a:extLst>
          </p:cNvPr>
          <p:cNvSpPr>
            <a:spLocks xmlns:a="http://schemas.openxmlformats.org/drawingml/2006/main" noGrp="1"/>
          </p:cNvSpPr>
          <p:nvPr/>
        </p:nvSpPr>
        <p:spPr>
          <a:xfrm xmlns:a="http://schemas.openxmlformats.org/drawingml/2006/main">
            <a:off x="8686800" y="309562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自動取得の監視</a:t>
            </a:r>
          </a:p>
        </p:txBody>
      </p:sp>
      <p:sp>
        <p:nvSpPr>
          <p:cNvPr id="29" name="">
            <a:extLst xmlns:a="http://schemas.openxmlformats.org/drawingml/2006/main">
              <a:ext uri="{FF2B5EF4-FFF2-40B4-BE49-F238E27FC236}">
                <a16:creationId xmlns:a16="http://schemas.microsoft.com/office/drawing/2014/main" id="{B76C6EE1-B1F0-43A7-AD2C-4A84AB6A5E95}"/>
              </a:ext>
            </a:extLst>
          </p:cNvPr>
          <p:cNvSpPr>
            <a:spLocks xmlns:a="http://schemas.openxmlformats.org/drawingml/2006/main" noGrp="1"/>
          </p:cNvSpPr>
          <p:nvPr/>
        </p:nvSpPr>
        <p:spPr>
          <a:xfrm xmlns:a="http://schemas.openxmlformats.org/drawingml/2006/main">
            <a:off x="609600" y="3581400"/>
            <a:ext cx="27622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pjl4wu">
            <a:extLst xmlns:a="http://schemas.openxmlformats.org/drawingml/2006/main">
              <a:ext uri="{FF2B5EF4-FFF2-40B4-BE49-F238E27FC236}">
                <a16:creationId xmlns:a16="http://schemas.microsoft.com/office/drawing/2014/main" id="{5D9F4743-284D-40B5-883A-18D5751C3232}"/>
              </a:ext>
            </a:extLst>
          </p:cNvPr>
          <p:cNvSpPr>
            <a:spLocks xmlns:a="http://schemas.openxmlformats.org/drawingml/2006/main" noGrp="1"/>
          </p:cNvSpPr>
          <p:nvPr/>
        </p:nvSpPr>
        <p:spPr>
          <a:xfrm xmlns:a="http://schemas.openxmlformats.org/drawingml/2006/main">
            <a:off x="685800" y="360997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商品マスタ列定義</a:t>
            </a:r>
          </a:p>
        </p:txBody>
      </p:sp>
      <p:sp>
        <p:nvSpPr>
          <p:cNvPr id="31" name="">
            <a:extLst xmlns:a="http://schemas.openxmlformats.org/drawingml/2006/main">
              <a:ext uri="{FF2B5EF4-FFF2-40B4-BE49-F238E27FC236}">
                <a16:creationId xmlns:a16="http://schemas.microsoft.com/office/drawing/2014/main" id="{01DDA35D-4208-415A-8C74-66E6EBAD9309}"/>
              </a:ext>
            </a:extLst>
          </p:cNvPr>
          <p:cNvSpPr>
            <a:spLocks xmlns:a="http://schemas.openxmlformats.org/drawingml/2006/main" noGrp="1"/>
          </p:cNvSpPr>
          <p:nvPr/>
        </p:nvSpPr>
        <p:spPr>
          <a:xfrm xmlns:a="http://schemas.openxmlformats.org/drawingml/2006/main">
            <a:off x="3371850" y="3581400"/>
            <a:ext cx="52387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xbkb6w">
            <a:extLst xmlns:a="http://schemas.openxmlformats.org/drawingml/2006/main">
              <a:ext uri="{FF2B5EF4-FFF2-40B4-BE49-F238E27FC236}">
                <a16:creationId xmlns:a16="http://schemas.microsoft.com/office/drawing/2014/main" id="{7895C594-993E-494E-A845-D342ED76CAC3}"/>
              </a:ext>
            </a:extLst>
          </p:cNvPr>
          <p:cNvSpPr>
            <a:spLocks xmlns:a="http://schemas.openxmlformats.org/drawingml/2006/main" noGrp="1"/>
          </p:cNvSpPr>
          <p:nvPr/>
        </p:nvSpPr>
        <p:spPr>
          <a:xfrm xmlns:a="http://schemas.openxmlformats.org/drawingml/2006/main">
            <a:off x="3448050" y="360997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列の意味と連携名</a:t>
            </a:r>
          </a:p>
        </p:txBody>
      </p:sp>
      <p:sp>
        <p:nvSpPr>
          <p:cNvPr id="33" name="">
            <a:extLst xmlns:a="http://schemas.openxmlformats.org/drawingml/2006/main">
              <a:ext uri="{FF2B5EF4-FFF2-40B4-BE49-F238E27FC236}">
                <a16:creationId xmlns:a16="http://schemas.microsoft.com/office/drawing/2014/main" id="{8A19CA01-3D67-4DF2-9B5E-D8B38282F05B}"/>
              </a:ext>
            </a:extLst>
          </p:cNvPr>
          <p:cNvSpPr>
            <a:spLocks xmlns:a="http://schemas.openxmlformats.org/drawingml/2006/main" noGrp="1"/>
          </p:cNvSpPr>
          <p:nvPr/>
        </p:nvSpPr>
        <p:spPr>
          <a:xfrm xmlns:a="http://schemas.openxmlformats.org/drawingml/2006/main">
            <a:off x="8610600" y="3581400"/>
            <a:ext cx="297180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5hwhs0">
            <a:extLst xmlns:a="http://schemas.openxmlformats.org/drawingml/2006/main">
              <a:ext uri="{FF2B5EF4-FFF2-40B4-BE49-F238E27FC236}">
                <a16:creationId xmlns:a16="http://schemas.microsoft.com/office/drawing/2014/main" id="{2C300FE2-C0D7-493C-A192-27B32EC9E666}"/>
              </a:ext>
            </a:extLst>
          </p:cNvPr>
          <p:cNvSpPr>
            <a:spLocks xmlns:a="http://schemas.openxmlformats.org/drawingml/2006/main" noGrp="1"/>
          </p:cNvSpPr>
          <p:nvPr/>
        </p:nvSpPr>
        <p:spPr>
          <a:xfrm xmlns:a="http://schemas.openxmlformats.org/drawingml/2006/main">
            <a:off x="8686800" y="360997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保守・改修時</a:t>
            </a:r>
          </a:p>
        </p:txBody>
      </p:sp>
      <p:sp>
        <p:nvSpPr>
          <p:cNvPr id="35" name="">
            <a:extLst xmlns:a="http://schemas.openxmlformats.org/drawingml/2006/main">
              <a:ext uri="{FF2B5EF4-FFF2-40B4-BE49-F238E27FC236}">
                <a16:creationId xmlns:a16="http://schemas.microsoft.com/office/drawing/2014/main" id="{8C510F0A-E229-49A2-A66C-AB592D5F8DD9}"/>
              </a:ext>
            </a:extLst>
          </p:cNvPr>
          <p:cNvSpPr>
            <a:spLocks xmlns:a="http://schemas.openxmlformats.org/drawingml/2006/main" noGrp="1"/>
          </p:cNvSpPr>
          <p:nvPr/>
        </p:nvSpPr>
        <p:spPr>
          <a:xfrm xmlns:a="http://schemas.openxmlformats.org/drawingml/2006/main">
            <a:off x="609600" y="4095750"/>
            <a:ext cx="2762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hkq8mc">
            <a:extLst xmlns:a="http://schemas.openxmlformats.org/drawingml/2006/main">
              <a:ext uri="{FF2B5EF4-FFF2-40B4-BE49-F238E27FC236}">
                <a16:creationId xmlns:a16="http://schemas.microsoft.com/office/drawing/2014/main" id="{2884B388-7DA3-4452-B944-D264254AC374}"/>
              </a:ext>
            </a:extLst>
          </p:cNvPr>
          <p:cNvSpPr>
            <a:spLocks xmlns:a="http://schemas.openxmlformats.org/drawingml/2006/main" noGrp="1"/>
          </p:cNvSpPr>
          <p:nvPr/>
        </p:nvSpPr>
        <p:spPr>
          <a:xfrm xmlns:a="http://schemas.openxmlformats.org/drawingml/2006/main">
            <a:off x="685800" y="41243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商品修正依頼</a:t>
            </a:r>
          </a:p>
        </p:txBody>
      </p:sp>
      <p:sp>
        <p:nvSpPr>
          <p:cNvPr id="37" name="">
            <a:extLst xmlns:a="http://schemas.openxmlformats.org/drawingml/2006/main">
              <a:ext uri="{FF2B5EF4-FFF2-40B4-BE49-F238E27FC236}">
                <a16:creationId xmlns:a16="http://schemas.microsoft.com/office/drawing/2014/main" id="{F7AB1C94-7107-4626-9567-469D33999997}"/>
              </a:ext>
            </a:extLst>
          </p:cNvPr>
          <p:cNvSpPr>
            <a:spLocks xmlns:a="http://schemas.openxmlformats.org/drawingml/2006/main" noGrp="1"/>
          </p:cNvSpPr>
          <p:nvPr/>
        </p:nvSpPr>
        <p:spPr>
          <a:xfrm xmlns:a="http://schemas.openxmlformats.org/drawingml/2006/main">
            <a:off x="3371850" y="40957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w2pyfs">
            <a:extLst xmlns:a="http://schemas.openxmlformats.org/drawingml/2006/main">
              <a:ext uri="{FF2B5EF4-FFF2-40B4-BE49-F238E27FC236}">
                <a16:creationId xmlns:a16="http://schemas.microsoft.com/office/drawing/2014/main" id="{A4BF48E7-546C-4B37-906C-D9095C7820DB}"/>
              </a:ext>
            </a:extLst>
          </p:cNvPr>
          <p:cNvSpPr>
            <a:spLocks xmlns:a="http://schemas.openxmlformats.org/drawingml/2006/main" noGrp="1"/>
          </p:cNvSpPr>
          <p:nvPr/>
        </p:nvSpPr>
        <p:spPr>
          <a:xfrm xmlns:a="http://schemas.openxmlformats.org/drawingml/2006/main">
            <a:off x="3448050" y="412432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依頼の親レコード・Backlog URL</a:t>
            </a:r>
          </a:p>
        </p:txBody>
      </p:sp>
      <p:sp>
        <p:nvSpPr>
          <p:cNvPr id="39" name="">
            <a:extLst xmlns:a="http://schemas.openxmlformats.org/drawingml/2006/main">
              <a:ext uri="{FF2B5EF4-FFF2-40B4-BE49-F238E27FC236}">
                <a16:creationId xmlns:a16="http://schemas.microsoft.com/office/drawing/2014/main" id="{E8379052-EA16-45F1-A63A-ADE3595CEBB6}"/>
              </a:ext>
            </a:extLst>
          </p:cNvPr>
          <p:cNvSpPr>
            <a:spLocks xmlns:a="http://schemas.openxmlformats.org/drawingml/2006/main" noGrp="1"/>
          </p:cNvSpPr>
          <p:nvPr/>
        </p:nvSpPr>
        <p:spPr>
          <a:xfrm xmlns:a="http://schemas.openxmlformats.org/drawingml/2006/main">
            <a:off x="8610600" y="4095750"/>
            <a:ext cx="29718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1rjglf">
            <a:extLst xmlns:a="http://schemas.openxmlformats.org/drawingml/2006/main">
              <a:ext uri="{FF2B5EF4-FFF2-40B4-BE49-F238E27FC236}">
                <a16:creationId xmlns:a16="http://schemas.microsoft.com/office/drawing/2014/main" id="{B6823EE5-3340-4B98-9297-1FD94206316C}"/>
              </a:ext>
            </a:extLst>
          </p:cNvPr>
          <p:cNvSpPr>
            <a:spLocks xmlns:a="http://schemas.openxmlformats.org/drawingml/2006/main" noGrp="1"/>
          </p:cNvSpPr>
          <p:nvPr/>
        </p:nvSpPr>
        <p:spPr>
          <a:xfrm xmlns:a="http://schemas.openxmlformats.org/drawingml/2006/main">
            <a:off x="8686800" y="412432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履歴・再編集</a:t>
            </a:r>
          </a:p>
        </p:txBody>
      </p:sp>
      <p:sp>
        <p:nvSpPr>
          <p:cNvPr id="41" name="">
            <a:extLst xmlns:a="http://schemas.openxmlformats.org/drawingml/2006/main">
              <a:ext uri="{FF2B5EF4-FFF2-40B4-BE49-F238E27FC236}">
                <a16:creationId xmlns:a16="http://schemas.microsoft.com/office/drawing/2014/main" id="{AE8F8EBB-5F52-4CA8-9906-DBF46AC0B651}"/>
              </a:ext>
            </a:extLst>
          </p:cNvPr>
          <p:cNvSpPr>
            <a:spLocks xmlns:a="http://schemas.openxmlformats.org/drawingml/2006/main" noGrp="1"/>
          </p:cNvSpPr>
          <p:nvPr/>
        </p:nvSpPr>
        <p:spPr>
          <a:xfrm xmlns:a="http://schemas.openxmlformats.org/drawingml/2006/main">
            <a:off x="609600" y="4610100"/>
            <a:ext cx="27622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5gkj3d">
            <a:extLst xmlns:a="http://schemas.openxmlformats.org/drawingml/2006/main">
              <a:ext uri="{FF2B5EF4-FFF2-40B4-BE49-F238E27FC236}">
                <a16:creationId xmlns:a16="http://schemas.microsoft.com/office/drawing/2014/main" id="{18206645-9756-490F-B34A-9B58BA7458A5}"/>
              </a:ext>
            </a:extLst>
          </p:cNvPr>
          <p:cNvSpPr>
            <a:spLocks xmlns:a="http://schemas.openxmlformats.org/drawingml/2006/main" noGrp="1"/>
          </p:cNvSpPr>
          <p:nvPr/>
        </p:nvSpPr>
        <p:spPr>
          <a:xfrm xmlns:a="http://schemas.openxmlformats.org/drawingml/2006/main">
            <a:off x="685800" y="463867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商品修正依頼明細</a:t>
            </a:r>
          </a:p>
        </p:txBody>
      </p:sp>
      <p:sp>
        <p:nvSpPr>
          <p:cNvPr id="43" name="">
            <a:extLst xmlns:a="http://schemas.openxmlformats.org/drawingml/2006/main">
              <a:ext uri="{FF2B5EF4-FFF2-40B4-BE49-F238E27FC236}">
                <a16:creationId xmlns:a16="http://schemas.microsoft.com/office/drawing/2014/main" id="{38EE6A61-1981-427A-A7E7-4BFCE0B82730}"/>
              </a:ext>
            </a:extLst>
          </p:cNvPr>
          <p:cNvSpPr>
            <a:spLocks xmlns:a="http://schemas.openxmlformats.org/drawingml/2006/main" noGrp="1"/>
          </p:cNvSpPr>
          <p:nvPr/>
        </p:nvSpPr>
        <p:spPr>
          <a:xfrm xmlns:a="http://schemas.openxmlformats.org/drawingml/2006/main">
            <a:off x="3371850" y="4610100"/>
            <a:ext cx="523875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xdlk60">
            <a:extLst xmlns:a="http://schemas.openxmlformats.org/drawingml/2006/main">
              <a:ext uri="{FF2B5EF4-FFF2-40B4-BE49-F238E27FC236}">
                <a16:creationId xmlns:a16="http://schemas.microsoft.com/office/drawing/2014/main" id="{035EB2B1-85C6-4446-A2A2-E4F2C62F6A64}"/>
              </a:ext>
            </a:extLst>
          </p:cNvPr>
          <p:cNvSpPr>
            <a:spLocks xmlns:a="http://schemas.openxmlformats.org/drawingml/2006/main" noGrp="1"/>
          </p:cNvSpPr>
          <p:nvPr/>
        </p:nvSpPr>
        <p:spPr>
          <a:xfrm xmlns:a="http://schemas.openxmlformats.org/drawingml/2006/main">
            <a:off x="3448050" y="463867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商品・項目ごとの前後値</a:t>
            </a:r>
          </a:p>
        </p:txBody>
      </p:sp>
      <p:sp>
        <p:nvSpPr>
          <p:cNvPr id="45" name="">
            <a:extLst xmlns:a="http://schemas.openxmlformats.org/drawingml/2006/main">
              <a:ext uri="{FF2B5EF4-FFF2-40B4-BE49-F238E27FC236}">
                <a16:creationId xmlns:a16="http://schemas.microsoft.com/office/drawing/2014/main" id="{52BAFF86-225D-47EC-91AB-B2781A54B938}"/>
              </a:ext>
            </a:extLst>
          </p:cNvPr>
          <p:cNvSpPr>
            <a:spLocks xmlns:a="http://schemas.openxmlformats.org/drawingml/2006/main" noGrp="1"/>
          </p:cNvSpPr>
          <p:nvPr/>
        </p:nvSpPr>
        <p:spPr>
          <a:xfrm xmlns:a="http://schemas.openxmlformats.org/drawingml/2006/main">
            <a:off x="8610600" y="4610100"/>
            <a:ext cx="2971800" cy="5143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fzi4kp">
            <a:extLst xmlns:a="http://schemas.openxmlformats.org/drawingml/2006/main">
              <a:ext uri="{FF2B5EF4-FFF2-40B4-BE49-F238E27FC236}">
                <a16:creationId xmlns:a16="http://schemas.microsoft.com/office/drawing/2014/main" id="{A1C92BF0-D0D4-4D1B-A396-DA20EEFC2AFE}"/>
              </a:ext>
            </a:extLst>
          </p:cNvPr>
          <p:cNvSpPr>
            <a:spLocks xmlns:a="http://schemas.openxmlformats.org/drawingml/2006/main" noGrp="1"/>
          </p:cNvSpPr>
          <p:nvPr/>
        </p:nvSpPr>
        <p:spPr>
          <a:xfrm xmlns:a="http://schemas.openxmlformats.org/drawingml/2006/main">
            <a:off x="8686800" y="463867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比較表の元データ</a:t>
            </a:r>
          </a:p>
        </p:txBody>
      </p:sp>
      <p:sp>
        <p:nvSpPr>
          <p:cNvPr id="47" name="">
            <a:extLst xmlns:a="http://schemas.openxmlformats.org/drawingml/2006/main">
              <a:ext uri="{FF2B5EF4-FFF2-40B4-BE49-F238E27FC236}">
                <a16:creationId xmlns:a16="http://schemas.microsoft.com/office/drawing/2014/main" id="{C16E4BC9-B0E1-492A-8B9E-B6A128C93C53}"/>
              </a:ext>
            </a:extLst>
          </p:cNvPr>
          <p:cNvSpPr>
            <a:spLocks xmlns:a="http://schemas.openxmlformats.org/drawingml/2006/main" noGrp="1"/>
          </p:cNvSpPr>
          <p:nvPr/>
        </p:nvSpPr>
        <p:spPr>
          <a:xfrm xmlns:a="http://schemas.openxmlformats.org/drawingml/2006/main">
            <a:off x="609600" y="5124450"/>
            <a:ext cx="2762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0h0gzr">
            <a:extLst xmlns:a="http://schemas.openxmlformats.org/drawingml/2006/main">
              <a:ext uri="{FF2B5EF4-FFF2-40B4-BE49-F238E27FC236}">
                <a16:creationId xmlns:a16="http://schemas.microsoft.com/office/drawing/2014/main" id="{B12591B0-D4C5-4865-8DE5-3E03883DAB18}"/>
              </a:ext>
            </a:extLst>
          </p:cNvPr>
          <p:cNvSpPr>
            <a:spLocks xmlns:a="http://schemas.openxmlformats.org/drawingml/2006/main" noGrp="1"/>
          </p:cNvSpPr>
          <p:nvPr/>
        </p:nvSpPr>
        <p:spPr>
          <a:xfrm xmlns:a="http://schemas.openxmlformats.org/drawingml/2006/main">
            <a:off x="685800" y="5153025"/>
            <a:ext cx="26098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画像修正依頼</a:t>
            </a:r>
          </a:p>
        </p:txBody>
      </p:sp>
      <p:sp>
        <p:nvSpPr>
          <p:cNvPr id="49" name="">
            <a:extLst xmlns:a="http://schemas.openxmlformats.org/drawingml/2006/main">
              <a:ext uri="{FF2B5EF4-FFF2-40B4-BE49-F238E27FC236}">
                <a16:creationId xmlns:a16="http://schemas.microsoft.com/office/drawing/2014/main" id="{3C36B3F9-3A61-4F4C-8B6D-80D80B8886EB}"/>
              </a:ext>
            </a:extLst>
          </p:cNvPr>
          <p:cNvSpPr>
            <a:spLocks xmlns:a="http://schemas.openxmlformats.org/drawingml/2006/main" noGrp="1"/>
          </p:cNvSpPr>
          <p:nvPr/>
        </p:nvSpPr>
        <p:spPr>
          <a:xfrm xmlns:a="http://schemas.openxmlformats.org/drawingml/2006/main">
            <a:off x="3371850" y="5124450"/>
            <a:ext cx="523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8a48mg">
            <a:extLst xmlns:a="http://schemas.openxmlformats.org/drawingml/2006/main">
              <a:ext uri="{FF2B5EF4-FFF2-40B4-BE49-F238E27FC236}">
                <a16:creationId xmlns:a16="http://schemas.microsoft.com/office/drawing/2014/main" id="{A2EF5863-7E96-48CD-90B8-D03C6843497E}"/>
              </a:ext>
            </a:extLst>
          </p:cNvPr>
          <p:cNvSpPr>
            <a:spLocks xmlns:a="http://schemas.openxmlformats.org/drawingml/2006/main" noGrp="1"/>
          </p:cNvSpPr>
          <p:nvPr/>
        </p:nvSpPr>
        <p:spPr>
          <a:xfrm xmlns:a="http://schemas.openxmlformats.org/drawingml/2006/main">
            <a:off x="3448050" y="5153025"/>
            <a:ext cx="508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画像子課題との紐付け</a:t>
            </a:r>
          </a:p>
        </p:txBody>
      </p:sp>
      <p:sp>
        <p:nvSpPr>
          <p:cNvPr id="51" name="">
            <a:extLst xmlns:a="http://schemas.openxmlformats.org/drawingml/2006/main">
              <a:ext uri="{FF2B5EF4-FFF2-40B4-BE49-F238E27FC236}">
                <a16:creationId xmlns:a16="http://schemas.microsoft.com/office/drawing/2014/main" id="{904D03E0-B447-4180-A7EC-4C490B299ABE}"/>
              </a:ext>
            </a:extLst>
          </p:cNvPr>
          <p:cNvSpPr>
            <a:spLocks xmlns:a="http://schemas.openxmlformats.org/drawingml/2006/main" noGrp="1"/>
          </p:cNvSpPr>
          <p:nvPr/>
        </p:nvSpPr>
        <p:spPr>
          <a:xfrm xmlns:a="http://schemas.openxmlformats.org/drawingml/2006/main">
            <a:off x="8610600" y="5124450"/>
            <a:ext cx="29718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99fna9">
            <a:extLst xmlns:a="http://schemas.openxmlformats.org/drawingml/2006/main">
              <a:ext uri="{FF2B5EF4-FFF2-40B4-BE49-F238E27FC236}">
                <a16:creationId xmlns:a16="http://schemas.microsoft.com/office/drawing/2014/main" id="{6CC93F36-2DDF-415A-842D-035BF2B373EB}"/>
              </a:ext>
            </a:extLst>
          </p:cNvPr>
          <p:cNvSpPr>
            <a:spLocks xmlns:a="http://schemas.openxmlformats.org/drawingml/2006/main" noGrp="1"/>
          </p:cNvSpPr>
          <p:nvPr/>
        </p:nvSpPr>
        <p:spPr>
          <a:xfrm xmlns:a="http://schemas.openxmlformats.org/drawingml/2006/main">
            <a:off x="8686800" y="5153025"/>
            <a:ext cx="2819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画像作業の確認</a:t>
            </a:r>
          </a:p>
        </p:txBody>
      </p:sp>
      <p:sp>
        <p:nvSpPr>
          <p:cNvPr id="53" name="">
            <a:extLst xmlns:a="http://schemas.openxmlformats.org/drawingml/2006/main">
              <a:ext uri="{FF2B5EF4-FFF2-40B4-BE49-F238E27FC236}">
                <a16:creationId xmlns:a16="http://schemas.microsoft.com/office/drawing/2014/main" id="{3EC3899A-BB89-4FF5-A225-AA1397D7537A}"/>
              </a:ext>
            </a:extLst>
          </p:cNvPr>
          <p:cNvSpPr>
            <a:spLocks xmlns:a="http://schemas.openxmlformats.org/drawingml/2006/main" noGrp="1"/>
          </p:cNvSpPr>
          <p:nvPr/>
        </p:nvSpPr>
        <p:spPr>
          <a:xfrm xmlns:a="http://schemas.openxmlformats.org/drawingml/2006/main">
            <a:off x="609600" y="5886450"/>
            <a:ext cx="10972800" cy="381000"/>
          </a:xfrm>
          <a:prstGeom xmlns:a="http://schemas.openxmlformats.org/drawingml/2006/main" prst="rect">
            <a:avLst/>
          </a:prstGeom>
          <a:solidFill xmlns:a="http://schemas.openxmlformats.org/drawingml/2006/main">
            <a:srgbClr val="EAF6FC"/>
          </a:solidFill>
          <a:ln xmlns:a="http://schemas.openxmlformats.org/drawingml/2006/main" w="9525">
            <a:solidFill>
              <a:srgbClr val="6DCBF4"/>
            </a:solidFill>
            <a:prstDash val="solid"/>
          </a:ln>
        </p:spPr>
      </p:sp>
      <p:sp>
        <p:nvSpPr>
          <p:cNvPr id="54" name="text-0w31ea">
            <a:extLst xmlns:a="http://schemas.openxmlformats.org/drawingml/2006/main">
              <a:ext uri="{FF2B5EF4-FFF2-40B4-BE49-F238E27FC236}">
                <a16:creationId xmlns:a16="http://schemas.microsoft.com/office/drawing/2014/main" id="{91784A33-5C4D-43A6-98A9-227512BDD401}"/>
              </a:ext>
            </a:extLst>
          </p:cNvPr>
          <p:cNvSpPr>
            <a:spLocks xmlns:a="http://schemas.openxmlformats.org/drawingml/2006/main" noGrp="1"/>
          </p:cNvSpPr>
          <p:nvPr/>
        </p:nvSpPr>
        <p:spPr>
          <a:xfrm xmlns:a="http://schemas.openxmlformats.org/drawingml/2006/main">
            <a:off x="781050" y="5905500"/>
            <a:ext cx="10629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D8DFF"/>
                </a:solidFill>
              </a:defRPr>
            </a:pPr>
            <a:r>
              <a:rPr sz="1125" b="1">
                <a:solidFill>
                  <a:srgbClr val="3D8DFF"/>
                </a:solidFill>
              </a:rPr>
              <a:t>セル上限対策：自治体別マスタは個別ファイルへ分離し、集約側は全自治体マスタ・集計・依頼・履歴を保持します。</a:t>
            </a:r>
          </a:p>
        </p:txBody>
      </p:sp>
      <p:sp>
        <p:nvSpPr>
          <p:cNvPr id="55" name="text-5fodav">
            <a:extLst xmlns:a="http://schemas.openxmlformats.org/drawingml/2006/main">
              <a:ext uri="{FF2B5EF4-FFF2-40B4-BE49-F238E27FC236}">
                <a16:creationId xmlns:a16="http://schemas.microsoft.com/office/drawing/2014/main" id="{6DDF01D5-CDFD-4708-8924-CE92D9DAC169}"/>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25</a:t>
            </a:r>
          </a:p>
        </p:txBody>
      </p:sp>
    </p:spTree>
    <p:extLst>
      <p:ext uri="{BB962C8B-B14F-4D97-AF65-F5344CB8AC3E}">
        <p14:creationId xmlns:p14="http://schemas.microsoft.com/office/powerpoint/2010/main" val="17810684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text-h0b1f3">
            <a:extLst xmlns:a="http://schemas.openxmlformats.org/drawingml/2006/main">
              <a:ext uri="{FF2B5EF4-FFF2-40B4-BE49-F238E27FC236}">
                <a16:creationId xmlns:a16="http://schemas.microsoft.com/office/drawing/2014/main" id="{26F0B7A1-1D9C-40BC-AEEA-597810F10E6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25 / FIXED PC</a:t>
            </a:r>
          </a:p>
        </p:txBody>
      </p:sp>
      <p:sp>
        <p:nvSpPr>
          <p:cNvPr id="2" name="text-ugusif">
            <a:extLst xmlns:a="http://schemas.openxmlformats.org/drawingml/2006/main">
              <a:ext uri="{FF2B5EF4-FFF2-40B4-BE49-F238E27FC236}">
                <a16:creationId xmlns:a16="http://schemas.microsoft.com/office/drawing/2014/main" id="{835B0977-2E45-4159-B159-B1CA15890EB1}"/>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固定PCは夜間に自治体を順番に更新する</a:t>
            </a:r>
          </a:p>
        </p:txBody>
      </p:sp>
      <p:sp>
        <p:nvSpPr>
          <p:cNvPr id="3" name="text-m06ksw">
            <a:extLst xmlns:a="http://schemas.openxmlformats.org/drawingml/2006/main">
              <a:ext uri="{FF2B5EF4-FFF2-40B4-BE49-F238E27FC236}">
                <a16:creationId xmlns:a16="http://schemas.microsoft.com/office/drawing/2014/main" id="{6EC9D33C-92E7-42C6-877D-DA94BB542D9E}"/>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フォーム運用中も全自治体マスタが欠けないよう、更新履歴を監視します。</a:t>
            </a:r>
          </a:p>
        </p:txBody>
      </p:sp>
      <p:sp>
        <p:nvSpPr>
          <p:cNvPr id="4" name="">
            <a:extLst xmlns:a="http://schemas.openxmlformats.org/drawingml/2006/main">
              <a:ext uri="{FF2B5EF4-FFF2-40B4-BE49-F238E27FC236}">
                <a16:creationId xmlns:a16="http://schemas.microsoft.com/office/drawing/2014/main" id="{7C4D53E8-2E8F-4C30-B619-7D960FACCD5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65DCBC46-B0A2-45F4-AE38-ECAE9A8B4B10}"/>
              </a:ext>
            </a:extLst>
          </p:cNvPr>
          <p:cNvSpPr>
            <a:spLocks xmlns:a="http://schemas.openxmlformats.org/drawingml/2006/main" noGrp="1"/>
          </p:cNvSpPr>
          <p:nvPr/>
        </p:nvSpPr>
        <p:spPr>
          <a:xfrm xmlns:a="http://schemas.openxmlformats.org/drawingml/2006/main">
            <a:off x="2457450" y="260985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6" name="">
            <a:extLst xmlns:a="http://schemas.openxmlformats.org/drawingml/2006/main">
              <a:ext uri="{FF2B5EF4-FFF2-40B4-BE49-F238E27FC236}">
                <a16:creationId xmlns:a16="http://schemas.microsoft.com/office/drawing/2014/main" id="{03AE1B87-3678-4506-A2F0-F06BD183793A}"/>
              </a:ext>
            </a:extLst>
          </p:cNvPr>
          <p:cNvSpPr>
            <a:spLocks xmlns:a="http://schemas.openxmlformats.org/drawingml/2006/main" noGrp="1"/>
          </p:cNvSpPr>
          <p:nvPr/>
        </p:nvSpPr>
        <p:spPr>
          <a:xfrm xmlns:a="http://schemas.openxmlformats.org/drawingml/2006/main">
            <a:off x="4810125" y="260985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7" name="">
            <a:extLst xmlns:a="http://schemas.openxmlformats.org/drawingml/2006/main">
              <a:ext uri="{FF2B5EF4-FFF2-40B4-BE49-F238E27FC236}">
                <a16:creationId xmlns:a16="http://schemas.microsoft.com/office/drawing/2014/main" id="{DE95A3CB-2DD7-4004-BA66-B27D33F5AF4D}"/>
              </a:ext>
            </a:extLst>
          </p:cNvPr>
          <p:cNvSpPr>
            <a:spLocks xmlns:a="http://schemas.openxmlformats.org/drawingml/2006/main" noGrp="1"/>
          </p:cNvSpPr>
          <p:nvPr/>
        </p:nvSpPr>
        <p:spPr>
          <a:xfrm xmlns:a="http://schemas.openxmlformats.org/drawingml/2006/main">
            <a:off x="7162800" y="260985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8" name="">
            <a:extLst xmlns:a="http://schemas.openxmlformats.org/drawingml/2006/main">
              <a:ext uri="{FF2B5EF4-FFF2-40B4-BE49-F238E27FC236}">
                <a16:creationId xmlns:a16="http://schemas.microsoft.com/office/drawing/2014/main" id="{4CA1901A-2AAF-4618-86CB-AD562656837F}"/>
              </a:ext>
            </a:extLst>
          </p:cNvPr>
          <p:cNvSpPr>
            <a:spLocks xmlns:a="http://schemas.openxmlformats.org/drawingml/2006/main" noGrp="1"/>
          </p:cNvSpPr>
          <p:nvPr/>
        </p:nvSpPr>
        <p:spPr>
          <a:xfrm xmlns:a="http://schemas.openxmlformats.org/drawingml/2006/main">
            <a:off x="9515475" y="2609850"/>
            <a:ext cx="257175"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9" name="">
            <a:extLst xmlns:a="http://schemas.openxmlformats.org/drawingml/2006/main">
              <a:ext uri="{FF2B5EF4-FFF2-40B4-BE49-F238E27FC236}">
                <a16:creationId xmlns:a16="http://schemas.microsoft.com/office/drawing/2014/main" id="{C44765D1-0D83-4220-96D7-602DC556E9C4}"/>
              </a:ext>
            </a:extLst>
          </p:cNvPr>
          <p:cNvSpPr>
            <a:spLocks xmlns:a="http://schemas.openxmlformats.org/drawingml/2006/main" noGrp="1"/>
          </p:cNvSpPr>
          <p:nvPr/>
        </p:nvSpPr>
        <p:spPr>
          <a:xfrm xmlns:a="http://schemas.openxmlformats.org/drawingml/2006/main">
            <a:off x="361950" y="201930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20716A1-9805-4F91-97A4-07A4F95DAE77}"/>
              </a:ext>
            </a:extLst>
          </p:cNvPr>
          <p:cNvSpPr>
            <a:spLocks xmlns:a="http://schemas.openxmlformats.org/drawingml/2006/main" noGrp="1"/>
          </p:cNvSpPr>
          <p:nvPr/>
        </p:nvSpPr>
        <p:spPr>
          <a:xfrm xmlns:a="http://schemas.openxmlformats.org/drawingml/2006/main">
            <a:off x="514350" y="21717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1</a:t>
            </a:r>
          </a:p>
        </p:txBody>
      </p:sp>
      <p:sp>
        <p:nvSpPr>
          <p:cNvPr id="11" name="text-b44y3n">
            <a:extLst xmlns:a="http://schemas.openxmlformats.org/drawingml/2006/main">
              <a:ext uri="{FF2B5EF4-FFF2-40B4-BE49-F238E27FC236}">
                <a16:creationId xmlns:a16="http://schemas.microsoft.com/office/drawing/2014/main" id="{8362E740-486F-4998-82BC-1D795CDE356E}"/>
              </a:ext>
            </a:extLst>
          </p:cNvPr>
          <p:cNvSpPr>
            <a:spLocks xmlns:a="http://schemas.openxmlformats.org/drawingml/2006/main" noGrp="1"/>
          </p:cNvSpPr>
          <p:nvPr/>
        </p:nvSpPr>
        <p:spPr>
          <a:xfrm xmlns:a="http://schemas.openxmlformats.org/drawingml/2006/main">
            <a:off x="952500" y="211455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タスク起動</a:t>
            </a:r>
          </a:p>
        </p:txBody>
      </p:sp>
      <p:sp>
        <p:nvSpPr>
          <p:cNvPr id="12" name="text-pslg16">
            <a:extLst xmlns:a="http://schemas.openxmlformats.org/drawingml/2006/main">
              <a:ext uri="{FF2B5EF4-FFF2-40B4-BE49-F238E27FC236}">
                <a16:creationId xmlns:a16="http://schemas.microsoft.com/office/drawing/2014/main" id="{F3F45AD2-C561-46F8-9173-7C525596EB1A}"/>
              </a:ext>
            </a:extLst>
          </p:cNvPr>
          <p:cNvSpPr>
            <a:spLocks xmlns:a="http://schemas.openxmlformats.org/drawingml/2006/main" noGrp="1"/>
          </p:cNvSpPr>
          <p:nvPr/>
        </p:nvSpPr>
        <p:spPr>
          <a:xfrm xmlns:a="http://schemas.openxmlformats.org/drawingml/2006/main">
            <a:off x="533400" y="25717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Furusato_TSV_Auto_Update</a:t>
            </a:r>
          </a:p>
        </p:txBody>
      </p:sp>
      <p:sp>
        <p:nvSpPr>
          <p:cNvPr id="13" name="">
            <a:extLst xmlns:a="http://schemas.openxmlformats.org/drawingml/2006/main">
              <a:ext uri="{FF2B5EF4-FFF2-40B4-BE49-F238E27FC236}">
                <a16:creationId xmlns:a16="http://schemas.microsoft.com/office/drawing/2014/main" id="{9B1FF2AD-05B8-49E3-930B-EDBEE23FCA89}"/>
              </a:ext>
            </a:extLst>
          </p:cNvPr>
          <p:cNvSpPr>
            <a:spLocks xmlns:a="http://schemas.openxmlformats.org/drawingml/2006/main" noGrp="1"/>
          </p:cNvSpPr>
          <p:nvPr/>
        </p:nvSpPr>
        <p:spPr>
          <a:xfrm xmlns:a="http://schemas.openxmlformats.org/drawingml/2006/main">
            <a:off x="2714625" y="201930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C99FB44E-80E2-4CDF-839A-7CCF8EED28E3}"/>
              </a:ext>
            </a:extLst>
          </p:cNvPr>
          <p:cNvSpPr>
            <a:spLocks xmlns:a="http://schemas.openxmlformats.org/drawingml/2006/main" noGrp="1"/>
          </p:cNvSpPr>
          <p:nvPr/>
        </p:nvSpPr>
        <p:spPr>
          <a:xfrm xmlns:a="http://schemas.openxmlformats.org/drawingml/2006/main">
            <a:off x="2867025" y="21717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2</a:t>
            </a:r>
          </a:p>
        </p:txBody>
      </p:sp>
      <p:sp>
        <p:nvSpPr>
          <p:cNvPr id="15" name="text-30voc6">
            <a:extLst xmlns:a="http://schemas.openxmlformats.org/drawingml/2006/main">
              <a:ext uri="{FF2B5EF4-FFF2-40B4-BE49-F238E27FC236}">
                <a16:creationId xmlns:a16="http://schemas.microsoft.com/office/drawing/2014/main" id="{A88573CA-7C77-40CE-9F68-C20D1F988066}"/>
              </a:ext>
            </a:extLst>
          </p:cNvPr>
          <p:cNvSpPr>
            <a:spLocks xmlns:a="http://schemas.openxmlformats.org/drawingml/2006/main" noGrp="1"/>
          </p:cNvSpPr>
          <p:nvPr/>
        </p:nvSpPr>
        <p:spPr>
          <a:xfrm xmlns:a="http://schemas.openxmlformats.org/drawingml/2006/main">
            <a:off x="3305175" y="211455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設定読込</a:t>
            </a:r>
          </a:p>
        </p:txBody>
      </p:sp>
      <p:sp>
        <p:nvSpPr>
          <p:cNvPr id="16" name="text-qjth65">
            <a:extLst xmlns:a="http://schemas.openxmlformats.org/drawingml/2006/main">
              <a:ext uri="{FF2B5EF4-FFF2-40B4-BE49-F238E27FC236}">
                <a16:creationId xmlns:a16="http://schemas.microsoft.com/office/drawing/2014/main" id="{3E06EC9B-6A72-46F1-9502-690B3CB3121B}"/>
              </a:ext>
            </a:extLst>
          </p:cNvPr>
          <p:cNvSpPr>
            <a:spLocks xmlns:a="http://schemas.openxmlformats.org/drawingml/2006/main" noGrp="1"/>
          </p:cNvSpPr>
          <p:nvPr/>
        </p:nvSpPr>
        <p:spPr>
          <a:xfrm xmlns:a="http://schemas.openxmlformats.org/drawingml/2006/main">
            <a:off x="2886075" y="25717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共通・自治体・認証</a:t>
            </a:r>
          </a:p>
        </p:txBody>
      </p:sp>
      <p:sp>
        <p:nvSpPr>
          <p:cNvPr id="17" name="">
            <a:extLst xmlns:a="http://schemas.openxmlformats.org/drawingml/2006/main">
              <a:ext uri="{FF2B5EF4-FFF2-40B4-BE49-F238E27FC236}">
                <a16:creationId xmlns:a16="http://schemas.microsoft.com/office/drawing/2014/main" id="{D752743A-92A6-42B1-BA84-CBDA306E3277}"/>
              </a:ext>
            </a:extLst>
          </p:cNvPr>
          <p:cNvSpPr>
            <a:spLocks xmlns:a="http://schemas.openxmlformats.org/drawingml/2006/main" noGrp="1"/>
          </p:cNvSpPr>
          <p:nvPr/>
        </p:nvSpPr>
        <p:spPr>
          <a:xfrm xmlns:a="http://schemas.openxmlformats.org/drawingml/2006/main">
            <a:off x="5067300" y="201930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7C7F0CA-C64C-49DC-B507-F14EDAECDEFD}"/>
              </a:ext>
            </a:extLst>
          </p:cNvPr>
          <p:cNvSpPr>
            <a:spLocks xmlns:a="http://schemas.openxmlformats.org/drawingml/2006/main" noGrp="1"/>
          </p:cNvSpPr>
          <p:nvPr/>
        </p:nvSpPr>
        <p:spPr>
          <a:xfrm xmlns:a="http://schemas.openxmlformats.org/drawingml/2006/main">
            <a:off x="5219700" y="21717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3</a:t>
            </a:r>
          </a:p>
        </p:txBody>
      </p:sp>
      <p:sp>
        <p:nvSpPr>
          <p:cNvPr id="19" name="text-fec2ua">
            <a:extLst xmlns:a="http://schemas.openxmlformats.org/drawingml/2006/main">
              <a:ext uri="{FF2B5EF4-FFF2-40B4-BE49-F238E27FC236}">
                <a16:creationId xmlns:a16="http://schemas.microsoft.com/office/drawing/2014/main" id="{E60D9BCE-F851-4308-AA33-0804A683BFBB}"/>
              </a:ext>
            </a:extLst>
          </p:cNvPr>
          <p:cNvSpPr>
            <a:spLocks xmlns:a="http://schemas.openxmlformats.org/drawingml/2006/main" noGrp="1"/>
          </p:cNvSpPr>
          <p:nvPr/>
        </p:nvSpPr>
        <p:spPr>
          <a:xfrm xmlns:a="http://schemas.openxmlformats.org/drawingml/2006/main">
            <a:off x="5657850" y="211455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チョイス取得</a:t>
            </a:r>
          </a:p>
        </p:txBody>
      </p:sp>
      <p:sp>
        <p:nvSpPr>
          <p:cNvPr id="20" name="text-n0yn08">
            <a:extLst xmlns:a="http://schemas.openxmlformats.org/drawingml/2006/main">
              <a:ext uri="{FF2B5EF4-FFF2-40B4-BE49-F238E27FC236}">
                <a16:creationId xmlns:a16="http://schemas.microsoft.com/office/drawing/2014/main" id="{DE5D7A2E-3DF8-411B-A2BF-5BE88273A365}"/>
              </a:ext>
            </a:extLst>
          </p:cNvPr>
          <p:cNvSpPr>
            <a:spLocks xmlns:a="http://schemas.openxmlformats.org/drawingml/2006/main" noGrp="1"/>
          </p:cNvSpPr>
          <p:nvPr/>
        </p:nvSpPr>
        <p:spPr>
          <a:xfrm xmlns:a="http://schemas.openxmlformats.org/drawingml/2006/main">
            <a:off x="5238750" y="25717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自治体ごとにOTP</a:t>
            </a:r>
          </a:p>
        </p:txBody>
      </p:sp>
      <p:sp>
        <p:nvSpPr>
          <p:cNvPr id="21" name="">
            <a:extLst xmlns:a="http://schemas.openxmlformats.org/drawingml/2006/main">
              <a:ext uri="{FF2B5EF4-FFF2-40B4-BE49-F238E27FC236}">
                <a16:creationId xmlns:a16="http://schemas.microsoft.com/office/drawing/2014/main" id="{F232DD9F-9074-4EED-A2AD-5BE6D4900927}"/>
              </a:ext>
            </a:extLst>
          </p:cNvPr>
          <p:cNvSpPr>
            <a:spLocks xmlns:a="http://schemas.openxmlformats.org/drawingml/2006/main" noGrp="1"/>
          </p:cNvSpPr>
          <p:nvPr/>
        </p:nvSpPr>
        <p:spPr>
          <a:xfrm xmlns:a="http://schemas.openxmlformats.org/drawingml/2006/main">
            <a:off x="7419975" y="201930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9A5DB65E-74D3-4372-926F-FC2D9D965ED5}"/>
              </a:ext>
            </a:extLst>
          </p:cNvPr>
          <p:cNvSpPr>
            <a:spLocks xmlns:a="http://schemas.openxmlformats.org/drawingml/2006/main" noGrp="1"/>
          </p:cNvSpPr>
          <p:nvPr/>
        </p:nvSpPr>
        <p:spPr>
          <a:xfrm xmlns:a="http://schemas.openxmlformats.org/drawingml/2006/main">
            <a:off x="7572375" y="21717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4</a:t>
            </a:r>
          </a:p>
        </p:txBody>
      </p:sp>
      <p:sp>
        <p:nvSpPr>
          <p:cNvPr id="23" name="text-x5z2w8">
            <a:extLst xmlns:a="http://schemas.openxmlformats.org/drawingml/2006/main">
              <a:ext uri="{FF2B5EF4-FFF2-40B4-BE49-F238E27FC236}">
                <a16:creationId xmlns:a16="http://schemas.microsoft.com/office/drawing/2014/main" id="{E475B429-27A6-493E-89B3-1C38F97C0358}"/>
              </a:ext>
            </a:extLst>
          </p:cNvPr>
          <p:cNvSpPr>
            <a:spLocks xmlns:a="http://schemas.openxmlformats.org/drawingml/2006/main" noGrp="1"/>
          </p:cNvSpPr>
          <p:nvPr/>
        </p:nvSpPr>
        <p:spPr>
          <a:xfrm xmlns:a="http://schemas.openxmlformats.org/drawingml/2006/main">
            <a:off x="8010525" y="211455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自治体別出力</a:t>
            </a:r>
          </a:p>
        </p:txBody>
      </p:sp>
      <p:sp>
        <p:nvSpPr>
          <p:cNvPr id="24" name="text-lp6ju8">
            <a:extLst xmlns:a="http://schemas.openxmlformats.org/drawingml/2006/main">
              <a:ext uri="{FF2B5EF4-FFF2-40B4-BE49-F238E27FC236}">
                <a16:creationId xmlns:a16="http://schemas.microsoft.com/office/drawing/2014/main" id="{C29FF4EF-3B2D-4AD3-9AC5-0BD59ED91012}"/>
              </a:ext>
            </a:extLst>
          </p:cNvPr>
          <p:cNvSpPr>
            <a:spLocks xmlns:a="http://schemas.openxmlformats.org/drawingml/2006/main" noGrp="1"/>
          </p:cNvSpPr>
          <p:nvPr/>
        </p:nvSpPr>
        <p:spPr>
          <a:xfrm xmlns:a="http://schemas.openxmlformats.org/drawingml/2006/main">
            <a:off x="7591425" y="25717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個別マスタを更新</a:t>
            </a:r>
          </a:p>
        </p:txBody>
      </p:sp>
      <p:sp>
        <p:nvSpPr>
          <p:cNvPr id="25" name="">
            <a:extLst xmlns:a="http://schemas.openxmlformats.org/drawingml/2006/main">
              <a:ext uri="{FF2B5EF4-FFF2-40B4-BE49-F238E27FC236}">
                <a16:creationId xmlns:a16="http://schemas.microsoft.com/office/drawing/2014/main" id="{CEA3C49D-0DF8-41A0-B2CE-957020C1AEE7}"/>
              </a:ext>
            </a:extLst>
          </p:cNvPr>
          <p:cNvSpPr>
            <a:spLocks xmlns:a="http://schemas.openxmlformats.org/drawingml/2006/main" noGrp="1"/>
          </p:cNvSpPr>
          <p:nvPr/>
        </p:nvSpPr>
        <p:spPr>
          <a:xfrm xmlns:a="http://schemas.openxmlformats.org/drawingml/2006/main">
            <a:off x="9772650" y="2019300"/>
            <a:ext cx="20955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3B7A0904-FB35-4EF0-9EB6-F85F51D4C5C5}"/>
              </a:ext>
            </a:extLst>
          </p:cNvPr>
          <p:cNvSpPr>
            <a:spLocks xmlns:a="http://schemas.openxmlformats.org/drawingml/2006/main" noGrp="1"/>
          </p:cNvSpPr>
          <p:nvPr/>
        </p:nvSpPr>
        <p:spPr>
          <a:xfrm xmlns:a="http://schemas.openxmlformats.org/drawingml/2006/main">
            <a:off x="9925050" y="2171700"/>
            <a:ext cx="342900" cy="3429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FFFFF"/>
                </a:solidFill>
              </a:defRPr>
            </a:pPr>
            <a:r>
              <a:rPr sz="1275" b="1">
                <a:solidFill>
                  <a:srgbClr val="FFFFFF"/>
                </a:solidFill>
              </a:rPr>
              <a:t>5</a:t>
            </a:r>
          </a:p>
        </p:txBody>
      </p:sp>
      <p:sp>
        <p:nvSpPr>
          <p:cNvPr id="27" name="text-iwqpnj">
            <a:extLst xmlns:a="http://schemas.openxmlformats.org/drawingml/2006/main">
              <a:ext uri="{FF2B5EF4-FFF2-40B4-BE49-F238E27FC236}">
                <a16:creationId xmlns:a16="http://schemas.microsoft.com/office/drawing/2014/main" id="{A7903D46-1DF1-4689-8339-ED9D96A2D0B7}"/>
              </a:ext>
            </a:extLst>
          </p:cNvPr>
          <p:cNvSpPr>
            <a:spLocks xmlns:a="http://schemas.openxmlformats.org/drawingml/2006/main" noGrp="1"/>
          </p:cNvSpPr>
          <p:nvPr/>
        </p:nvSpPr>
        <p:spPr>
          <a:xfrm xmlns:a="http://schemas.openxmlformats.org/drawingml/2006/main">
            <a:off x="10363200" y="2114550"/>
            <a:ext cx="1371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0F1720"/>
                </a:solidFill>
              </a:defRPr>
            </a:pPr>
            <a:r>
              <a:rPr sz="1350" b="1">
                <a:solidFill>
                  <a:srgbClr val="0F1720"/>
                </a:solidFill>
              </a:rPr>
              <a:t>集約更新</a:t>
            </a:r>
          </a:p>
        </p:txBody>
      </p:sp>
      <p:sp>
        <p:nvSpPr>
          <p:cNvPr id="28" name="text-4hg5sp">
            <a:extLst xmlns:a="http://schemas.openxmlformats.org/drawingml/2006/main">
              <a:ext uri="{FF2B5EF4-FFF2-40B4-BE49-F238E27FC236}">
                <a16:creationId xmlns:a16="http://schemas.microsoft.com/office/drawing/2014/main" id="{5CD1CA09-3DA6-4ACC-92C8-2AE9FD899B33}"/>
              </a:ext>
            </a:extLst>
          </p:cNvPr>
          <p:cNvSpPr>
            <a:spLocks xmlns:a="http://schemas.openxmlformats.org/drawingml/2006/main" noGrp="1"/>
          </p:cNvSpPr>
          <p:nvPr/>
        </p:nvSpPr>
        <p:spPr>
          <a:xfrm xmlns:a="http://schemas.openxmlformats.org/drawingml/2006/main">
            <a:off x="9944100" y="257175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52606D"/>
                </a:solidFill>
              </a:defRPr>
            </a:pPr>
            <a:r>
              <a:rPr sz="1050" b="0">
                <a:solidFill>
                  <a:srgbClr val="52606D"/>
                </a:solidFill>
              </a:rPr>
              <a:t>全自治体マスタを差替</a:t>
            </a:r>
          </a:p>
        </p:txBody>
      </p:sp>
      <p:sp>
        <p:nvSpPr>
          <p:cNvPr id="29" name="">
            <a:extLst xmlns:a="http://schemas.openxmlformats.org/drawingml/2006/main">
              <a:ext uri="{FF2B5EF4-FFF2-40B4-BE49-F238E27FC236}">
                <a16:creationId xmlns:a16="http://schemas.microsoft.com/office/drawing/2014/main" id="{B062F87E-9556-4F78-9455-84CBDD3A961B}"/>
              </a:ext>
            </a:extLst>
          </p:cNvPr>
          <p:cNvSpPr>
            <a:spLocks xmlns:a="http://schemas.openxmlformats.org/drawingml/2006/main" noGrp="1"/>
          </p:cNvSpPr>
          <p:nvPr/>
        </p:nvSpPr>
        <p:spPr>
          <a:xfrm xmlns:a="http://schemas.openxmlformats.org/drawingml/2006/main">
            <a:off x="666750" y="3733800"/>
            <a:ext cx="5219700" cy="1809750"/>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nuydso">
            <a:extLst xmlns:a="http://schemas.openxmlformats.org/drawingml/2006/main">
              <a:ext uri="{FF2B5EF4-FFF2-40B4-BE49-F238E27FC236}">
                <a16:creationId xmlns:a16="http://schemas.microsoft.com/office/drawing/2014/main" id="{CB97A471-BD97-42B7-B184-F24FB6895353}"/>
              </a:ext>
            </a:extLst>
          </p:cNvPr>
          <p:cNvSpPr>
            <a:spLocks xmlns:a="http://schemas.openxmlformats.org/drawingml/2006/main" noGrp="1"/>
          </p:cNvSpPr>
          <p:nvPr/>
        </p:nvSpPr>
        <p:spPr>
          <a:xfrm xmlns:a="http://schemas.openxmlformats.org/drawingml/2006/main">
            <a:off x="876300" y="3886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0F1720"/>
                </a:solidFill>
              </a:defRPr>
            </a:pPr>
            <a:r>
              <a:rPr sz="1500" b="1">
                <a:solidFill>
                  <a:srgbClr val="0F1720"/>
                </a:solidFill>
              </a:rPr>
              <a:t>毎日の確認</a:t>
            </a:r>
          </a:p>
        </p:txBody>
      </p:sp>
      <p:sp>
        <p:nvSpPr>
          <p:cNvPr id="31" name="">
            <a:extLst xmlns:a="http://schemas.openxmlformats.org/drawingml/2006/main">
              <a:ext uri="{FF2B5EF4-FFF2-40B4-BE49-F238E27FC236}">
                <a16:creationId xmlns:a16="http://schemas.microsoft.com/office/drawing/2014/main" id="{17EF3B21-0C9E-4BCC-B005-8A8105EAC031}"/>
              </a:ext>
            </a:extLst>
          </p:cNvPr>
          <p:cNvSpPr>
            <a:spLocks xmlns:a="http://schemas.openxmlformats.org/drawingml/2006/main" noGrp="1"/>
          </p:cNvSpPr>
          <p:nvPr/>
        </p:nvSpPr>
        <p:spPr>
          <a:xfrm xmlns:a="http://schemas.openxmlformats.org/drawingml/2006/main">
            <a:off x="876300" y="43719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32" name="text-7iyxzl">
            <a:extLst xmlns:a="http://schemas.openxmlformats.org/drawingml/2006/main">
              <a:ext uri="{FF2B5EF4-FFF2-40B4-BE49-F238E27FC236}">
                <a16:creationId xmlns:a16="http://schemas.microsoft.com/office/drawing/2014/main" id="{9108E1EF-A7F3-4BD4-92EF-A8369B4F4E53}"/>
              </a:ext>
            </a:extLst>
          </p:cNvPr>
          <p:cNvSpPr>
            <a:spLocks xmlns:a="http://schemas.openxmlformats.org/drawingml/2006/main" noGrp="1"/>
          </p:cNvSpPr>
          <p:nvPr/>
        </p:nvSpPr>
        <p:spPr>
          <a:xfrm xmlns:a="http://schemas.openxmlformats.org/drawingml/2006/main">
            <a:off x="1085850" y="42672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更新履歴の成否・取得件数</a:t>
            </a:r>
          </a:p>
        </p:txBody>
      </p:sp>
      <p:sp>
        <p:nvSpPr>
          <p:cNvPr id="33" name="">
            <a:extLst xmlns:a="http://schemas.openxmlformats.org/drawingml/2006/main">
              <a:ext uri="{FF2B5EF4-FFF2-40B4-BE49-F238E27FC236}">
                <a16:creationId xmlns:a16="http://schemas.microsoft.com/office/drawing/2014/main" id="{FDAF5B1A-1B95-477F-876B-14122A99DA82}"/>
              </a:ext>
            </a:extLst>
          </p:cNvPr>
          <p:cNvSpPr>
            <a:spLocks xmlns:a="http://schemas.openxmlformats.org/drawingml/2006/main" noGrp="1"/>
          </p:cNvSpPr>
          <p:nvPr/>
        </p:nvSpPr>
        <p:spPr>
          <a:xfrm xmlns:a="http://schemas.openxmlformats.org/drawingml/2006/main">
            <a:off x="876300" y="475297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34" name="text-jvrvhb">
            <a:extLst xmlns:a="http://schemas.openxmlformats.org/drawingml/2006/main">
              <a:ext uri="{FF2B5EF4-FFF2-40B4-BE49-F238E27FC236}">
                <a16:creationId xmlns:a16="http://schemas.microsoft.com/office/drawing/2014/main" id="{A3186ADA-3C62-4222-A5B1-D0FDCE49C588}"/>
              </a:ext>
            </a:extLst>
          </p:cNvPr>
          <p:cNvSpPr>
            <a:spLocks xmlns:a="http://schemas.openxmlformats.org/drawingml/2006/main" noGrp="1"/>
          </p:cNvSpPr>
          <p:nvPr/>
        </p:nvSpPr>
        <p:spPr>
          <a:xfrm xmlns:a="http://schemas.openxmlformats.org/drawingml/2006/main">
            <a:off x="1085850" y="46482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自治体別集計の取得済み数</a:t>
            </a:r>
          </a:p>
        </p:txBody>
      </p:sp>
      <p:sp>
        <p:nvSpPr>
          <p:cNvPr id="35" name="">
            <a:extLst xmlns:a="http://schemas.openxmlformats.org/drawingml/2006/main">
              <a:ext uri="{FF2B5EF4-FFF2-40B4-BE49-F238E27FC236}">
                <a16:creationId xmlns:a16="http://schemas.microsoft.com/office/drawing/2014/main" id="{69456D53-61E4-4E0B-A979-4D78C4968FB8}"/>
              </a:ext>
            </a:extLst>
          </p:cNvPr>
          <p:cNvSpPr>
            <a:spLocks xmlns:a="http://schemas.openxmlformats.org/drawingml/2006/main" noGrp="1"/>
          </p:cNvSpPr>
          <p:nvPr/>
        </p:nvSpPr>
        <p:spPr>
          <a:xfrm xmlns:a="http://schemas.openxmlformats.org/drawingml/2006/main">
            <a:off x="876300" y="51339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36" name="text-9j5h6w">
            <a:extLst xmlns:a="http://schemas.openxmlformats.org/drawingml/2006/main">
              <a:ext uri="{FF2B5EF4-FFF2-40B4-BE49-F238E27FC236}">
                <a16:creationId xmlns:a16="http://schemas.microsoft.com/office/drawing/2014/main" id="{0264A572-C1A9-43C3-A26E-EA91C3301370}"/>
              </a:ext>
            </a:extLst>
          </p:cNvPr>
          <p:cNvSpPr>
            <a:spLocks xmlns:a="http://schemas.openxmlformats.org/drawingml/2006/main" noGrp="1"/>
          </p:cNvSpPr>
          <p:nvPr/>
        </p:nvSpPr>
        <p:spPr>
          <a:xfrm xmlns:a="http://schemas.openxmlformats.org/drawingml/2006/main">
            <a:off x="1085850" y="5029200"/>
            <a:ext cx="436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タスクの最終結果・次回実行</a:t>
            </a:r>
          </a:p>
        </p:txBody>
      </p:sp>
      <p:sp>
        <p:nvSpPr>
          <p:cNvPr id="37" name="">
            <a:extLst xmlns:a="http://schemas.openxmlformats.org/drawingml/2006/main">
              <a:ext uri="{FF2B5EF4-FFF2-40B4-BE49-F238E27FC236}">
                <a16:creationId xmlns:a16="http://schemas.microsoft.com/office/drawing/2014/main" id="{90B10C27-C24A-415C-96AA-145AE32767A2}"/>
              </a:ext>
            </a:extLst>
          </p:cNvPr>
          <p:cNvSpPr>
            <a:spLocks xmlns:a="http://schemas.openxmlformats.org/drawingml/2006/main" noGrp="1"/>
          </p:cNvSpPr>
          <p:nvPr/>
        </p:nvSpPr>
        <p:spPr>
          <a:xfrm xmlns:a="http://schemas.openxmlformats.org/drawingml/2006/main">
            <a:off x="6191250" y="3733800"/>
            <a:ext cx="5334000" cy="1809750"/>
          </a:xfrm>
          <a:prstGeom xmlns:a="http://schemas.openxmlformats.org/drawingml/2006/main" prst="rect">
            <a:avLst/>
          </a:prstGeom>
          <a:solidFill xmlns:a="http://schemas.openxmlformats.org/drawingml/2006/main">
            <a:srgbClr val="FFF3F3"/>
          </a:solidFill>
          <a:ln xmlns:a="http://schemas.openxmlformats.org/drawingml/2006/main" w="9525">
            <a:solidFill>
              <a:srgbClr val="E9A7AA"/>
            </a:solidFill>
            <a:prstDash val="solid"/>
          </a:ln>
        </p:spPr>
      </p:sp>
      <p:sp>
        <p:nvSpPr>
          <p:cNvPr id="38" name="text-vxhcnz">
            <a:extLst xmlns:a="http://schemas.openxmlformats.org/drawingml/2006/main">
              <a:ext uri="{FF2B5EF4-FFF2-40B4-BE49-F238E27FC236}">
                <a16:creationId xmlns:a16="http://schemas.microsoft.com/office/drawing/2014/main" id="{0EC3E8BB-6FD2-48EE-A5AE-D8B16F49A699}"/>
              </a:ext>
            </a:extLst>
          </p:cNvPr>
          <p:cNvSpPr>
            <a:spLocks xmlns:a="http://schemas.openxmlformats.org/drawingml/2006/main" noGrp="1"/>
          </p:cNvSpPr>
          <p:nvPr/>
        </p:nvSpPr>
        <p:spPr>
          <a:xfrm xmlns:a="http://schemas.openxmlformats.org/drawingml/2006/main">
            <a:off x="6400800" y="3886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D83A42"/>
                </a:solidFill>
              </a:defRPr>
            </a:pPr>
            <a:r>
              <a:rPr sz="1500" b="1">
                <a:solidFill>
                  <a:srgbClr val="D83A42"/>
                </a:solidFill>
              </a:rPr>
              <a:t>異常時</a:t>
            </a:r>
          </a:p>
        </p:txBody>
      </p:sp>
      <p:sp>
        <p:nvSpPr>
          <p:cNvPr id="39" name="">
            <a:extLst xmlns:a="http://schemas.openxmlformats.org/drawingml/2006/main">
              <a:ext uri="{FF2B5EF4-FFF2-40B4-BE49-F238E27FC236}">
                <a16:creationId xmlns:a16="http://schemas.microsoft.com/office/drawing/2014/main" id="{BE309B55-7564-4B8F-AA95-A1C4C938B582}"/>
              </a:ext>
            </a:extLst>
          </p:cNvPr>
          <p:cNvSpPr>
            <a:spLocks xmlns:a="http://schemas.openxmlformats.org/drawingml/2006/main" noGrp="1"/>
          </p:cNvSpPr>
          <p:nvPr/>
        </p:nvSpPr>
        <p:spPr>
          <a:xfrm xmlns:a="http://schemas.openxmlformats.org/drawingml/2006/main">
            <a:off x="6400800" y="43719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40" name="text-xaiik8">
            <a:extLst xmlns:a="http://schemas.openxmlformats.org/drawingml/2006/main">
              <a:ext uri="{FF2B5EF4-FFF2-40B4-BE49-F238E27FC236}">
                <a16:creationId xmlns:a16="http://schemas.microsoft.com/office/drawing/2014/main" id="{E8C8A076-FA2A-4896-A511-2F97A7A5BB19}"/>
              </a:ext>
            </a:extLst>
          </p:cNvPr>
          <p:cNvSpPr>
            <a:spLocks xmlns:a="http://schemas.openxmlformats.org/drawingml/2006/main" noGrp="1"/>
          </p:cNvSpPr>
          <p:nvPr/>
        </p:nvSpPr>
        <p:spPr>
          <a:xfrm xmlns:a="http://schemas.openxmlformats.org/drawingml/2006/main">
            <a:off x="6610350" y="42672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F1720"/>
                </a:solidFill>
              </a:defRPr>
            </a:pPr>
            <a:r>
              <a:rPr sz="1200" b="1">
                <a:solidFill>
                  <a:srgbClr val="0F1720"/>
                </a:solidFill>
              </a:rPr>
              <a:t>同じログインを連続実行しない</a:t>
            </a:r>
          </a:p>
        </p:txBody>
      </p:sp>
      <p:sp>
        <p:nvSpPr>
          <p:cNvPr id="41" name="">
            <a:extLst xmlns:a="http://schemas.openxmlformats.org/drawingml/2006/main">
              <a:ext uri="{FF2B5EF4-FFF2-40B4-BE49-F238E27FC236}">
                <a16:creationId xmlns:a16="http://schemas.microsoft.com/office/drawing/2014/main" id="{BCAF9F53-5097-4779-91B4-7E0D03588332}"/>
              </a:ext>
            </a:extLst>
          </p:cNvPr>
          <p:cNvSpPr>
            <a:spLocks xmlns:a="http://schemas.openxmlformats.org/drawingml/2006/main" noGrp="1"/>
          </p:cNvSpPr>
          <p:nvPr/>
        </p:nvSpPr>
        <p:spPr>
          <a:xfrm xmlns:a="http://schemas.openxmlformats.org/drawingml/2006/main">
            <a:off x="6400800" y="4752975"/>
            <a:ext cx="76200" cy="76200"/>
          </a:xfrm>
          <a:prstGeom xmlns:a="http://schemas.openxmlformats.org/drawingml/2006/main" prst="roundRect">
            <a:avLst>
              <a:gd name="adj" fmla="val 50000"/>
            </a:avLst>
          </a:prstGeom>
          <a:solidFill xmlns:a="http://schemas.openxmlformats.org/drawingml/2006/main">
            <a:srgbClr val="A7690B"/>
          </a:solidFill>
          <a:ln xmlns:a="http://schemas.openxmlformats.org/drawingml/2006/main" w="9525">
            <a:solidFill>
              <a:srgbClr val="A7690B"/>
            </a:solidFill>
            <a:prstDash val="solid"/>
          </a:ln>
        </p:spPr>
      </p:sp>
      <p:sp>
        <p:nvSpPr>
          <p:cNvPr id="42" name="text-zlz6ai">
            <a:extLst xmlns:a="http://schemas.openxmlformats.org/drawingml/2006/main">
              <a:ext uri="{FF2B5EF4-FFF2-40B4-BE49-F238E27FC236}">
                <a16:creationId xmlns:a16="http://schemas.microsoft.com/office/drawing/2014/main" id="{5DD7B20B-6670-4A74-8A98-4BA038EF36F3}"/>
              </a:ext>
            </a:extLst>
          </p:cNvPr>
          <p:cNvSpPr>
            <a:spLocks xmlns:a="http://schemas.openxmlformats.org/drawingml/2006/main" noGrp="1"/>
          </p:cNvSpPr>
          <p:nvPr/>
        </p:nvSpPr>
        <p:spPr>
          <a:xfrm xmlns:a="http://schemas.openxmlformats.org/drawingml/2006/main">
            <a:off x="6610350" y="46482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1自治体だけ手動取得で切り分け</a:t>
            </a:r>
          </a:p>
        </p:txBody>
      </p:sp>
      <p:sp>
        <p:nvSpPr>
          <p:cNvPr id="43" name="">
            <a:extLst xmlns:a="http://schemas.openxmlformats.org/drawingml/2006/main">
              <a:ext uri="{FF2B5EF4-FFF2-40B4-BE49-F238E27FC236}">
                <a16:creationId xmlns:a16="http://schemas.microsoft.com/office/drawing/2014/main" id="{3215CBCB-9115-41E9-872C-6436DC2DA297}"/>
              </a:ext>
            </a:extLst>
          </p:cNvPr>
          <p:cNvSpPr>
            <a:spLocks xmlns:a="http://schemas.openxmlformats.org/drawingml/2006/main" noGrp="1"/>
          </p:cNvSpPr>
          <p:nvPr/>
        </p:nvSpPr>
        <p:spPr>
          <a:xfrm xmlns:a="http://schemas.openxmlformats.org/drawingml/2006/main">
            <a:off x="6400800" y="513397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44" name="text-52t49b">
            <a:extLst xmlns:a="http://schemas.openxmlformats.org/drawingml/2006/main">
              <a:ext uri="{FF2B5EF4-FFF2-40B4-BE49-F238E27FC236}">
                <a16:creationId xmlns:a16="http://schemas.microsoft.com/office/drawing/2014/main" id="{2B0A274A-9737-4D90-A6E1-1C858919202A}"/>
              </a:ext>
            </a:extLst>
          </p:cNvPr>
          <p:cNvSpPr>
            <a:spLocks xmlns:a="http://schemas.openxmlformats.org/drawingml/2006/main" noGrp="1"/>
          </p:cNvSpPr>
          <p:nvPr/>
        </p:nvSpPr>
        <p:spPr>
          <a:xfrm xmlns:a="http://schemas.openxmlformats.org/drawingml/2006/main">
            <a:off x="6610350" y="5029200"/>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0F1720"/>
                </a:solidFill>
              </a:defRPr>
            </a:pPr>
            <a:r>
              <a:rPr sz="1200" b="0">
                <a:solidFill>
                  <a:srgbClr val="0F1720"/>
                </a:solidFill>
              </a:rPr>
              <a:t>エラー全文を固定PC側Codexへ共有</a:t>
            </a:r>
          </a:p>
        </p:txBody>
      </p:sp>
      <p:sp>
        <p:nvSpPr>
          <p:cNvPr id="45" name="text-exa3wc">
            <a:extLst xmlns:a="http://schemas.openxmlformats.org/drawingml/2006/main">
              <a:ext uri="{FF2B5EF4-FFF2-40B4-BE49-F238E27FC236}">
                <a16:creationId xmlns:a16="http://schemas.microsoft.com/office/drawing/2014/main" id="{5164BFC6-8890-46A5-B6C0-90F998C7359B}"/>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26</a:t>
            </a:r>
          </a:p>
        </p:txBody>
      </p:sp>
    </p:spTree>
    <p:extLst>
      <p:ext uri="{BB962C8B-B14F-4D97-AF65-F5344CB8AC3E}">
        <p14:creationId xmlns:p14="http://schemas.microsoft.com/office/powerpoint/2010/main" val="141973133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jinhng">
            <a:extLst xmlns:a="http://schemas.openxmlformats.org/drawingml/2006/main">
              <a:ext uri="{FF2B5EF4-FFF2-40B4-BE49-F238E27FC236}">
                <a16:creationId xmlns:a16="http://schemas.microsoft.com/office/drawing/2014/main" id="{A84E86F5-AB6E-4A6F-841D-F8D7B03EA0F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26 / DAILY CHECK</a:t>
            </a:r>
          </a:p>
        </p:txBody>
      </p:sp>
      <p:sp>
        <p:nvSpPr>
          <p:cNvPr id="2" name="text-an9uty">
            <a:extLst xmlns:a="http://schemas.openxmlformats.org/drawingml/2006/main">
              <a:ext uri="{FF2B5EF4-FFF2-40B4-BE49-F238E27FC236}">
                <a16:creationId xmlns:a16="http://schemas.microsoft.com/office/drawing/2014/main" id="{C9A14F85-6D8A-4E0D-BEBD-6C290A892514}"/>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毎日の運用は3つのタイミングで確認</a:t>
            </a:r>
          </a:p>
        </p:txBody>
      </p:sp>
      <p:sp>
        <p:nvSpPr>
          <p:cNvPr id="3" name="text-ku94qe">
            <a:extLst xmlns:a="http://schemas.openxmlformats.org/drawingml/2006/main">
              <a:ext uri="{FF2B5EF4-FFF2-40B4-BE49-F238E27FC236}">
                <a16:creationId xmlns:a16="http://schemas.microsoft.com/office/drawing/2014/main" id="{00C98364-A295-420F-A5E4-D088F787FAEB}"/>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入力前・保存後・管理確認を定型化します。</a:t>
            </a:r>
          </a:p>
        </p:txBody>
      </p:sp>
      <p:sp>
        <p:nvSpPr>
          <p:cNvPr id="4" name="">
            <a:extLst xmlns:a="http://schemas.openxmlformats.org/drawingml/2006/main">
              <a:ext uri="{FF2B5EF4-FFF2-40B4-BE49-F238E27FC236}">
                <a16:creationId xmlns:a16="http://schemas.microsoft.com/office/drawing/2014/main" id="{F99CFA5A-E4C7-40C5-9491-D58711CA57B5}"/>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EB06E34A-89E8-4E16-8188-413DAEE72491}"/>
              </a:ext>
            </a:extLst>
          </p:cNvPr>
          <p:cNvSpPr>
            <a:spLocks xmlns:a="http://schemas.openxmlformats.org/drawingml/2006/main" noGrp="1"/>
          </p:cNvSpPr>
          <p:nvPr/>
        </p:nvSpPr>
        <p:spPr>
          <a:xfrm xmlns:a="http://schemas.openxmlformats.org/drawingml/2006/main">
            <a:off x="628650" y="1847850"/>
            <a:ext cx="3371850" cy="3562350"/>
          </a:xfrm>
          <a:prstGeom xmlns:a="http://schemas.openxmlformats.org/drawingml/2006/main" prst="rect">
            <a:avLst/>
          </a:prstGeom>
          <a:solidFill xmlns:a="http://schemas.openxmlformats.org/drawingml/2006/main">
            <a:srgbClr val="FFFF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D359770F-AA72-460A-9D61-0FA12C558D41}"/>
              </a:ext>
            </a:extLst>
          </p:cNvPr>
          <p:cNvSpPr>
            <a:spLocks xmlns:a="http://schemas.openxmlformats.org/drawingml/2006/main" noGrp="1"/>
          </p:cNvSpPr>
          <p:nvPr/>
        </p:nvSpPr>
        <p:spPr>
          <a:xfrm xmlns:a="http://schemas.openxmlformats.org/drawingml/2006/main">
            <a:off x="857250" y="2057400"/>
            <a:ext cx="1047750" cy="28575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7" name="text-jzklvs">
            <a:extLst xmlns:a="http://schemas.openxmlformats.org/drawingml/2006/main">
              <a:ext uri="{FF2B5EF4-FFF2-40B4-BE49-F238E27FC236}">
                <a16:creationId xmlns:a16="http://schemas.microsoft.com/office/drawing/2014/main" id="{C5934D36-DC39-4E90-87CE-C78B6BDBA607}"/>
              </a:ext>
            </a:extLst>
          </p:cNvPr>
          <p:cNvSpPr>
            <a:spLocks xmlns:a="http://schemas.openxmlformats.org/drawingml/2006/main" noGrp="1"/>
          </p:cNvSpPr>
          <p:nvPr/>
        </p:nvSpPr>
        <p:spPr>
          <a:xfrm xmlns:a="http://schemas.openxmlformats.org/drawingml/2006/main">
            <a:off x="857250" y="20574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入力前</a:t>
            </a:r>
          </a:p>
        </p:txBody>
      </p:sp>
      <p:sp>
        <p:nvSpPr>
          <p:cNvPr id="8" name="">
            <a:extLst xmlns:a="http://schemas.openxmlformats.org/drawingml/2006/main">
              <a:ext uri="{FF2B5EF4-FFF2-40B4-BE49-F238E27FC236}">
                <a16:creationId xmlns:a16="http://schemas.microsoft.com/office/drawing/2014/main" id="{6CD427A3-8E6D-45BE-87F7-60924B8315D7}"/>
              </a:ext>
            </a:extLst>
          </p:cNvPr>
          <p:cNvSpPr>
            <a:spLocks xmlns:a="http://schemas.openxmlformats.org/drawingml/2006/main" noGrp="1"/>
          </p:cNvSpPr>
          <p:nvPr/>
        </p:nvSpPr>
        <p:spPr>
          <a:xfrm xmlns:a="http://schemas.openxmlformats.org/drawingml/2006/main">
            <a:off x="857250" y="268605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3D8DFF"/>
            </a:solidFill>
            <a:prstDash val="solid"/>
          </a:ln>
        </p:spPr>
      </p:sp>
      <p:sp>
        <p:nvSpPr>
          <p:cNvPr id="9" name="text-pbwiw3">
            <a:extLst xmlns:a="http://schemas.openxmlformats.org/drawingml/2006/main">
              <a:ext uri="{FF2B5EF4-FFF2-40B4-BE49-F238E27FC236}">
                <a16:creationId xmlns:a16="http://schemas.microsoft.com/office/drawing/2014/main" id="{3881E517-4831-4C31-977F-DA084E5ED248}"/>
              </a:ext>
            </a:extLst>
          </p:cNvPr>
          <p:cNvSpPr>
            <a:spLocks xmlns:a="http://schemas.openxmlformats.org/drawingml/2006/main" noGrp="1"/>
          </p:cNvSpPr>
          <p:nvPr/>
        </p:nvSpPr>
        <p:spPr>
          <a:xfrm xmlns:a="http://schemas.openxmlformats.org/drawingml/2006/main">
            <a:off x="857250" y="26670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DFF"/>
                </a:solidFill>
              </a:defRPr>
            </a:pPr>
            <a:r>
              <a:rPr sz="1350" b="1">
                <a:solidFill>
                  <a:srgbClr val="3D8DFF"/>
                </a:solidFill>
              </a:rPr>
              <a:t>✓</a:t>
            </a:r>
          </a:p>
        </p:txBody>
      </p:sp>
      <p:sp>
        <p:nvSpPr>
          <p:cNvPr id="10" name="text-qkbs72">
            <a:extLst xmlns:a="http://schemas.openxmlformats.org/drawingml/2006/main">
              <a:ext uri="{FF2B5EF4-FFF2-40B4-BE49-F238E27FC236}">
                <a16:creationId xmlns:a16="http://schemas.microsoft.com/office/drawing/2014/main" id="{84E74BD1-59D7-4844-AAE7-D36FB7E35203}"/>
              </a:ext>
            </a:extLst>
          </p:cNvPr>
          <p:cNvSpPr>
            <a:spLocks xmlns:a="http://schemas.openxmlformats.org/drawingml/2006/main" noGrp="1"/>
          </p:cNvSpPr>
          <p:nvPr/>
        </p:nvSpPr>
        <p:spPr>
          <a:xfrm xmlns:a="http://schemas.openxmlformats.org/drawingml/2006/main">
            <a:off x="1276350" y="26098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ログイン者を確認</a:t>
            </a:r>
          </a:p>
        </p:txBody>
      </p:sp>
      <p:sp>
        <p:nvSpPr>
          <p:cNvPr id="11" name="">
            <a:extLst xmlns:a="http://schemas.openxmlformats.org/drawingml/2006/main">
              <a:ext uri="{FF2B5EF4-FFF2-40B4-BE49-F238E27FC236}">
                <a16:creationId xmlns:a16="http://schemas.microsoft.com/office/drawing/2014/main" id="{BA15F171-16A1-4453-BC0F-6CE7BDE61DA7}"/>
              </a:ext>
            </a:extLst>
          </p:cNvPr>
          <p:cNvSpPr>
            <a:spLocks xmlns:a="http://schemas.openxmlformats.org/drawingml/2006/main" noGrp="1"/>
          </p:cNvSpPr>
          <p:nvPr/>
        </p:nvSpPr>
        <p:spPr>
          <a:xfrm xmlns:a="http://schemas.openxmlformats.org/drawingml/2006/main">
            <a:off x="857250" y="342900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3D8DFF"/>
            </a:solidFill>
            <a:prstDash val="solid"/>
          </a:ln>
        </p:spPr>
      </p:sp>
      <p:sp>
        <p:nvSpPr>
          <p:cNvPr id="12" name="text-2o85a0">
            <a:extLst xmlns:a="http://schemas.openxmlformats.org/drawingml/2006/main">
              <a:ext uri="{FF2B5EF4-FFF2-40B4-BE49-F238E27FC236}">
                <a16:creationId xmlns:a16="http://schemas.microsoft.com/office/drawing/2014/main" id="{06C4828A-2F49-4799-94BF-5C49A515EA10}"/>
              </a:ext>
            </a:extLst>
          </p:cNvPr>
          <p:cNvSpPr>
            <a:spLocks xmlns:a="http://schemas.openxmlformats.org/drawingml/2006/main" noGrp="1"/>
          </p:cNvSpPr>
          <p:nvPr/>
        </p:nvSpPr>
        <p:spPr>
          <a:xfrm xmlns:a="http://schemas.openxmlformats.org/drawingml/2006/main">
            <a:off x="857250" y="34099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DFF"/>
                </a:solidFill>
              </a:defRPr>
            </a:pPr>
            <a:r>
              <a:rPr sz="1350" b="1">
                <a:solidFill>
                  <a:srgbClr val="3D8DFF"/>
                </a:solidFill>
              </a:rPr>
              <a:t>✓</a:t>
            </a:r>
          </a:p>
        </p:txBody>
      </p:sp>
      <p:sp>
        <p:nvSpPr>
          <p:cNvPr id="13" name="text-xfypiq">
            <a:extLst xmlns:a="http://schemas.openxmlformats.org/drawingml/2006/main">
              <a:ext uri="{FF2B5EF4-FFF2-40B4-BE49-F238E27FC236}">
                <a16:creationId xmlns:a16="http://schemas.microsoft.com/office/drawing/2014/main" id="{05C4796B-E8B7-4354-8C61-9CBC0F8A82E9}"/>
              </a:ext>
            </a:extLst>
          </p:cNvPr>
          <p:cNvSpPr>
            <a:spLocks xmlns:a="http://schemas.openxmlformats.org/drawingml/2006/main" noGrp="1"/>
          </p:cNvSpPr>
          <p:nvPr/>
        </p:nvSpPr>
        <p:spPr>
          <a:xfrm xmlns:a="http://schemas.openxmlformats.org/drawingml/2006/main">
            <a:off x="1276350" y="33528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Backlog本人連携を確認</a:t>
            </a:r>
          </a:p>
        </p:txBody>
      </p:sp>
      <p:sp>
        <p:nvSpPr>
          <p:cNvPr id="14" name="">
            <a:extLst xmlns:a="http://schemas.openxmlformats.org/drawingml/2006/main">
              <a:ext uri="{FF2B5EF4-FFF2-40B4-BE49-F238E27FC236}">
                <a16:creationId xmlns:a16="http://schemas.microsoft.com/office/drawing/2014/main" id="{609F8177-6FB9-4CE1-AFFA-2F9F3F4CD113}"/>
              </a:ext>
            </a:extLst>
          </p:cNvPr>
          <p:cNvSpPr>
            <a:spLocks xmlns:a="http://schemas.openxmlformats.org/drawingml/2006/main" noGrp="1"/>
          </p:cNvSpPr>
          <p:nvPr/>
        </p:nvSpPr>
        <p:spPr>
          <a:xfrm xmlns:a="http://schemas.openxmlformats.org/drawingml/2006/main">
            <a:off x="857250" y="417195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3D8DFF"/>
            </a:solidFill>
            <a:prstDash val="solid"/>
          </a:ln>
        </p:spPr>
      </p:sp>
      <p:sp>
        <p:nvSpPr>
          <p:cNvPr id="15" name="text-4sxr5r">
            <a:extLst xmlns:a="http://schemas.openxmlformats.org/drawingml/2006/main">
              <a:ext uri="{FF2B5EF4-FFF2-40B4-BE49-F238E27FC236}">
                <a16:creationId xmlns:a16="http://schemas.microsoft.com/office/drawing/2014/main" id="{958228F5-8B04-4937-9C3C-29E607813C32}"/>
              </a:ext>
            </a:extLst>
          </p:cNvPr>
          <p:cNvSpPr>
            <a:spLocks xmlns:a="http://schemas.openxmlformats.org/drawingml/2006/main" noGrp="1"/>
          </p:cNvSpPr>
          <p:nvPr/>
        </p:nvSpPr>
        <p:spPr>
          <a:xfrm xmlns:a="http://schemas.openxmlformats.org/drawingml/2006/main">
            <a:off x="857250" y="41529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DFF"/>
                </a:solidFill>
              </a:defRPr>
            </a:pPr>
            <a:r>
              <a:rPr sz="1350" b="1">
                <a:solidFill>
                  <a:srgbClr val="3D8DFF"/>
                </a:solidFill>
              </a:rPr>
              <a:t>✓</a:t>
            </a:r>
          </a:p>
        </p:txBody>
      </p:sp>
      <p:sp>
        <p:nvSpPr>
          <p:cNvPr id="16" name="text-y3hgp4">
            <a:extLst xmlns:a="http://schemas.openxmlformats.org/drawingml/2006/main">
              <a:ext uri="{FF2B5EF4-FFF2-40B4-BE49-F238E27FC236}">
                <a16:creationId xmlns:a16="http://schemas.microsoft.com/office/drawing/2014/main" id="{841DFF59-3D35-4450-B75B-57EFCEBB18CE}"/>
              </a:ext>
            </a:extLst>
          </p:cNvPr>
          <p:cNvSpPr>
            <a:spLocks xmlns:a="http://schemas.openxmlformats.org/drawingml/2006/main" noGrp="1"/>
          </p:cNvSpPr>
          <p:nvPr/>
        </p:nvSpPr>
        <p:spPr>
          <a:xfrm xmlns:a="http://schemas.openxmlformats.org/drawingml/2006/main">
            <a:off x="1276350" y="4095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自治体・資料・BOXを準備</a:t>
            </a:r>
          </a:p>
        </p:txBody>
      </p:sp>
      <p:sp>
        <p:nvSpPr>
          <p:cNvPr id="17" name="">
            <a:extLst xmlns:a="http://schemas.openxmlformats.org/drawingml/2006/main">
              <a:ext uri="{FF2B5EF4-FFF2-40B4-BE49-F238E27FC236}">
                <a16:creationId xmlns:a16="http://schemas.microsoft.com/office/drawing/2014/main" id="{D07A4075-F1C3-412B-B522-FC41207998E7}"/>
              </a:ext>
            </a:extLst>
          </p:cNvPr>
          <p:cNvSpPr>
            <a:spLocks xmlns:a="http://schemas.openxmlformats.org/drawingml/2006/main" noGrp="1"/>
          </p:cNvSpPr>
          <p:nvPr/>
        </p:nvSpPr>
        <p:spPr>
          <a:xfrm xmlns:a="http://schemas.openxmlformats.org/drawingml/2006/main">
            <a:off x="4438650" y="1847850"/>
            <a:ext cx="3371850" cy="3562350"/>
          </a:xfrm>
          <a:prstGeom xmlns:a="http://schemas.openxmlformats.org/drawingml/2006/main" prst="rect">
            <a:avLst/>
          </a:prstGeom>
          <a:solidFill xmlns:a="http://schemas.openxmlformats.org/drawingml/2006/main">
            <a:srgbClr val="FFFFFF"/>
          </a:solidFill>
          <a:ln xmlns:a="http://schemas.openxmlformats.org/drawingml/2006/main" w="9525">
            <a:solidFill>
              <a:srgbClr val="21875A"/>
            </a:solidFill>
            <a:prstDash val="solid"/>
          </a:ln>
        </p:spPr>
      </p:sp>
      <p:sp>
        <p:nvSpPr>
          <p:cNvPr id="18" name="">
            <a:extLst xmlns:a="http://schemas.openxmlformats.org/drawingml/2006/main">
              <a:ext uri="{FF2B5EF4-FFF2-40B4-BE49-F238E27FC236}">
                <a16:creationId xmlns:a16="http://schemas.microsoft.com/office/drawing/2014/main" id="{0998BDE4-480E-4651-A1F2-B70E129E8A32}"/>
              </a:ext>
            </a:extLst>
          </p:cNvPr>
          <p:cNvSpPr>
            <a:spLocks xmlns:a="http://schemas.openxmlformats.org/drawingml/2006/main" noGrp="1"/>
          </p:cNvSpPr>
          <p:nvPr/>
        </p:nvSpPr>
        <p:spPr>
          <a:xfrm xmlns:a="http://schemas.openxmlformats.org/drawingml/2006/main">
            <a:off x="4667250" y="2057400"/>
            <a:ext cx="1047750" cy="285750"/>
          </a:xfrm>
          <a:prstGeom xmlns:a="http://schemas.openxmlformats.org/drawingml/2006/main" prst="roundRect">
            <a:avLst>
              <a:gd name="adj" fmla="val 40000"/>
            </a:avLst>
          </a:prstGeom>
          <a:solidFill xmlns:a="http://schemas.openxmlformats.org/drawingml/2006/main">
            <a:srgbClr val="21875A"/>
          </a:solidFill>
          <a:ln xmlns:a="http://schemas.openxmlformats.org/drawingml/2006/main" w="9525">
            <a:solidFill>
              <a:srgbClr val="21875A"/>
            </a:solidFill>
            <a:prstDash val="solid"/>
          </a:ln>
        </p:spPr>
      </p:sp>
      <p:sp>
        <p:nvSpPr>
          <p:cNvPr id="19" name="text-0i2ket">
            <a:extLst xmlns:a="http://schemas.openxmlformats.org/drawingml/2006/main">
              <a:ext uri="{FF2B5EF4-FFF2-40B4-BE49-F238E27FC236}">
                <a16:creationId xmlns:a16="http://schemas.microsoft.com/office/drawing/2014/main" id="{31E56955-2DD1-4000-BFE9-406AEABFECDF}"/>
              </a:ext>
            </a:extLst>
          </p:cNvPr>
          <p:cNvSpPr>
            <a:spLocks xmlns:a="http://schemas.openxmlformats.org/drawingml/2006/main" noGrp="1"/>
          </p:cNvSpPr>
          <p:nvPr/>
        </p:nvSpPr>
        <p:spPr>
          <a:xfrm xmlns:a="http://schemas.openxmlformats.org/drawingml/2006/main">
            <a:off x="4667250" y="20574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保存後</a:t>
            </a:r>
          </a:p>
        </p:txBody>
      </p:sp>
      <p:sp>
        <p:nvSpPr>
          <p:cNvPr id="20" name="">
            <a:extLst xmlns:a="http://schemas.openxmlformats.org/drawingml/2006/main">
              <a:ext uri="{FF2B5EF4-FFF2-40B4-BE49-F238E27FC236}">
                <a16:creationId xmlns:a16="http://schemas.microsoft.com/office/drawing/2014/main" id="{045D3ED7-9AA2-4382-88C3-475762660C52}"/>
              </a:ext>
            </a:extLst>
          </p:cNvPr>
          <p:cNvSpPr>
            <a:spLocks xmlns:a="http://schemas.openxmlformats.org/drawingml/2006/main" noGrp="1"/>
          </p:cNvSpPr>
          <p:nvPr/>
        </p:nvSpPr>
        <p:spPr>
          <a:xfrm xmlns:a="http://schemas.openxmlformats.org/drawingml/2006/main">
            <a:off x="4667250" y="268605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21875A"/>
            </a:solidFill>
            <a:prstDash val="solid"/>
          </a:ln>
        </p:spPr>
      </p:sp>
      <p:sp>
        <p:nvSpPr>
          <p:cNvPr id="21" name="text-1p9lo7">
            <a:extLst xmlns:a="http://schemas.openxmlformats.org/drawingml/2006/main">
              <a:ext uri="{FF2B5EF4-FFF2-40B4-BE49-F238E27FC236}">
                <a16:creationId xmlns:a16="http://schemas.microsoft.com/office/drawing/2014/main" id="{3EC91E7B-58B4-4047-89BE-60985CA71CF9}"/>
              </a:ext>
            </a:extLst>
          </p:cNvPr>
          <p:cNvSpPr>
            <a:spLocks xmlns:a="http://schemas.openxmlformats.org/drawingml/2006/main" noGrp="1"/>
          </p:cNvSpPr>
          <p:nvPr/>
        </p:nvSpPr>
        <p:spPr>
          <a:xfrm xmlns:a="http://schemas.openxmlformats.org/drawingml/2006/main">
            <a:off x="4667250" y="26670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1875A"/>
                </a:solidFill>
              </a:defRPr>
            </a:pPr>
            <a:r>
              <a:rPr sz="1350" b="1">
                <a:solidFill>
                  <a:srgbClr val="21875A"/>
                </a:solidFill>
              </a:rPr>
              <a:t>✓</a:t>
            </a:r>
          </a:p>
        </p:txBody>
      </p:sp>
      <p:sp>
        <p:nvSpPr>
          <p:cNvPr id="22" name="text-8oqkdk">
            <a:extLst xmlns:a="http://schemas.openxmlformats.org/drawingml/2006/main">
              <a:ext uri="{FF2B5EF4-FFF2-40B4-BE49-F238E27FC236}">
                <a16:creationId xmlns:a16="http://schemas.microsoft.com/office/drawing/2014/main" id="{B506955E-E887-4393-B3A0-ADD3B6F3B90D}"/>
              </a:ext>
            </a:extLst>
          </p:cNvPr>
          <p:cNvSpPr>
            <a:spLocks xmlns:a="http://schemas.openxmlformats.org/drawingml/2006/main" noGrp="1"/>
          </p:cNvSpPr>
          <p:nvPr/>
        </p:nvSpPr>
        <p:spPr>
          <a:xfrm xmlns:a="http://schemas.openxmlformats.org/drawingml/2006/main">
            <a:off x="5086350" y="26098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依頼ID・課題キーを控える</a:t>
            </a:r>
          </a:p>
        </p:txBody>
      </p:sp>
      <p:sp>
        <p:nvSpPr>
          <p:cNvPr id="23" name="">
            <a:extLst xmlns:a="http://schemas.openxmlformats.org/drawingml/2006/main">
              <a:ext uri="{FF2B5EF4-FFF2-40B4-BE49-F238E27FC236}">
                <a16:creationId xmlns:a16="http://schemas.microsoft.com/office/drawing/2014/main" id="{73030244-6E13-4D3B-9D25-1845D0AC21C2}"/>
              </a:ext>
            </a:extLst>
          </p:cNvPr>
          <p:cNvSpPr>
            <a:spLocks xmlns:a="http://schemas.openxmlformats.org/drawingml/2006/main" noGrp="1"/>
          </p:cNvSpPr>
          <p:nvPr/>
        </p:nvSpPr>
        <p:spPr>
          <a:xfrm xmlns:a="http://schemas.openxmlformats.org/drawingml/2006/main">
            <a:off x="4667250" y="342900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21875A"/>
            </a:solidFill>
            <a:prstDash val="solid"/>
          </a:ln>
        </p:spPr>
      </p:sp>
      <p:sp>
        <p:nvSpPr>
          <p:cNvPr id="24" name="text-864dc1">
            <a:extLst xmlns:a="http://schemas.openxmlformats.org/drawingml/2006/main">
              <a:ext uri="{FF2B5EF4-FFF2-40B4-BE49-F238E27FC236}">
                <a16:creationId xmlns:a16="http://schemas.microsoft.com/office/drawing/2014/main" id="{84F1FFEA-0167-4C92-AC1F-08440772B837}"/>
              </a:ext>
            </a:extLst>
          </p:cNvPr>
          <p:cNvSpPr>
            <a:spLocks xmlns:a="http://schemas.openxmlformats.org/drawingml/2006/main" noGrp="1"/>
          </p:cNvSpPr>
          <p:nvPr/>
        </p:nvSpPr>
        <p:spPr>
          <a:xfrm xmlns:a="http://schemas.openxmlformats.org/drawingml/2006/main">
            <a:off x="4667250" y="34099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1875A"/>
                </a:solidFill>
              </a:defRPr>
            </a:pPr>
            <a:r>
              <a:rPr sz="1350" b="1">
                <a:solidFill>
                  <a:srgbClr val="21875A"/>
                </a:solidFill>
              </a:rPr>
              <a:t>✓</a:t>
            </a:r>
          </a:p>
        </p:txBody>
      </p:sp>
      <p:sp>
        <p:nvSpPr>
          <p:cNvPr id="25" name="text-a3f1o2">
            <a:extLst xmlns:a="http://schemas.openxmlformats.org/drawingml/2006/main">
              <a:ext uri="{FF2B5EF4-FFF2-40B4-BE49-F238E27FC236}">
                <a16:creationId xmlns:a16="http://schemas.microsoft.com/office/drawing/2014/main" id="{258EC004-1126-4A7E-A2BB-E3EB3E256457}"/>
              </a:ext>
            </a:extLst>
          </p:cNvPr>
          <p:cNvSpPr>
            <a:spLocks xmlns:a="http://schemas.openxmlformats.org/drawingml/2006/main" noGrp="1"/>
          </p:cNvSpPr>
          <p:nvPr/>
        </p:nvSpPr>
        <p:spPr>
          <a:xfrm xmlns:a="http://schemas.openxmlformats.org/drawingml/2006/main">
            <a:off x="5086350" y="33528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比較表・担当・期限日を確認</a:t>
            </a:r>
          </a:p>
        </p:txBody>
      </p:sp>
      <p:sp>
        <p:nvSpPr>
          <p:cNvPr id="26" name="">
            <a:extLst xmlns:a="http://schemas.openxmlformats.org/drawingml/2006/main">
              <a:ext uri="{FF2B5EF4-FFF2-40B4-BE49-F238E27FC236}">
                <a16:creationId xmlns:a16="http://schemas.microsoft.com/office/drawing/2014/main" id="{EC9664A8-4CEE-4731-8D28-4C067554FF64}"/>
              </a:ext>
            </a:extLst>
          </p:cNvPr>
          <p:cNvSpPr>
            <a:spLocks xmlns:a="http://schemas.openxmlformats.org/drawingml/2006/main" noGrp="1"/>
          </p:cNvSpPr>
          <p:nvPr/>
        </p:nvSpPr>
        <p:spPr>
          <a:xfrm xmlns:a="http://schemas.openxmlformats.org/drawingml/2006/main">
            <a:off x="4667250" y="417195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21875A"/>
            </a:solidFill>
            <a:prstDash val="solid"/>
          </a:ln>
        </p:spPr>
      </p:sp>
      <p:sp>
        <p:nvSpPr>
          <p:cNvPr id="27" name="text-cx4cb5">
            <a:extLst xmlns:a="http://schemas.openxmlformats.org/drawingml/2006/main">
              <a:ext uri="{FF2B5EF4-FFF2-40B4-BE49-F238E27FC236}">
                <a16:creationId xmlns:a16="http://schemas.microsoft.com/office/drawing/2014/main" id="{28E33680-A4AC-488D-8C1D-74E85078606F}"/>
              </a:ext>
            </a:extLst>
          </p:cNvPr>
          <p:cNvSpPr>
            <a:spLocks xmlns:a="http://schemas.openxmlformats.org/drawingml/2006/main" noGrp="1"/>
          </p:cNvSpPr>
          <p:nvPr/>
        </p:nvSpPr>
        <p:spPr>
          <a:xfrm xmlns:a="http://schemas.openxmlformats.org/drawingml/2006/main">
            <a:off x="4667250" y="41529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1875A"/>
                </a:solidFill>
              </a:defRPr>
            </a:pPr>
            <a:r>
              <a:rPr sz="1350" b="1">
                <a:solidFill>
                  <a:srgbClr val="21875A"/>
                </a:solidFill>
              </a:rPr>
              <a:t>✓</a:t>
            </a:r>
          </a:p>
        </p:txBody>
      </p:sp>
      <p:sp>
        <p:nvSpPr>
          <p:cNvPr id="28" name="text-wlsxz9">
            <a:extLst xmlns:a="http://schemas.openxmlformats.org/drawingml/2006/main">
              <a:ext uri="{FF2B5EF4-FFF2-40B4-BE49-F238E27FC236}">
                <a16:creationId xmlns:a16="http://schemas.microsoft.com/office/drawing/2014/main" id="{CD736DAB-C57C-4FEE-A9A8-7A7295EA682B}"/>
              </a:ext>
            </a:extLst>
          </p:cNvPr>
          <p:cNvSpPr>
            <a:spLocks xmlns:a="http://schemas.openxmlformats.org/drawingml/2006/main" noGrp="1"/>
          </p:cNvSpPr>
          <p:nvPr/>
        </p:nvSpPr>
        <p:spPr>
          <a:xfrm xmlns:a="http://schemas.openxmlformats.org/drawingml/2006/main">
            <a:off x="5086350" y="4095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添付ファイルを確認</a:t>
            </a:r>
          </a:p>
        </p:txBody>
      </p:sp>
      <p:sp>
        <p:nvSpPr>
          <p:cNvPr id="29" name="">
            <a:extLst xmlns:a="http://schemas.openxmlformats.org/drawingml/2006/main">
              <a:ext uri="{FF2B5EF4-FFF2-40B4-BE49-F238E27FC236}">
                <a16:creationId xmlns:a16="http://schemas.microsoft.com/office/drawing/2014/main" id="{2D322E3E-0333-4FB7-8EED-D3A903DF293E}"/>
              </a:ext>
            </a:extLst>
          </p:cNvPr>
          <p:cNvSpPr>
            <a:spLocks xmlns:a="http://schemas.openxmlformats.org/drawingml/2006/main" noGrp="1"/>
          </p:cNvSpPr>
          <p:nvPr/>
        </p:nvSpPr>
        <p:spPr>
          <a:xfrm xmlns:a="http://schemas.openxmlformats.org/drawingml/2006/main">
            <a:off x="8248650" y="1847850"/>
            <a:ext cx="3371850" cy="3562350"/>
          </a:xfrm>
          <a:prstGeom xmlns:a="http://schemas.openxmlformats.org/drawingml/2006/main" prst="rect">
            <a:avLst/>
          </a:prstGeom>
          <a:solidFill xmlns:a="http://schemas.openxmlformats.org/drawingml/2006/main">
            <a:srgbClr val="FFFFFF"/>
          </a:solidFill>
          <a:ln xmlns:a="http://schemas.openxmlformats.org/drawingml/2006/main" w="9525">
            <a:solidFill>
              <a:srgbClr val="A7690B"/>
            </a:solidFill>
            <a:prstDash val="solid"/>
          </a:ln>
        </p:spPr>
      </p:sp>
      <p:sp>
        <p:nvSpPr>
          <p:cNvPr id="30" name="">
            <a:extLst xmlns:a="http://schemas.openxmlformats.org/drawingml/2006/main">
              <a:ext uri="{FF2B5EF4-FFF2-40B4-BE49-F238E27FC236}">
                <a16:creationId xmlns:a16="http://schemas.microsoft.com/office/drawing/2014/main" id="{72FF3C0A-D137-455E-AB0D-F57E6FEA63BD}"/>
              </a:ext>
            </a:extLst>
          </p:cNvPr>
          <p:cNvSpPr>
            <a:spLocks xmlns:a="http://schemas.openxmlformats.org/drawingml/2006/main" noGrp="1"/>
          </p:cNvSpPr>
          <p:nvPr/>
        </p:nvSpPr>
        <p:spPr>
          <a:xfrm xmlns:a="http://schemas.openxmlformats.org/drawingml/2006/main">
            <a:off x="8477250" y="2057400"/>
            <a:ext cx="1047750" cy="285750"/>
          </a:xfrm>
          <a:prstGeom xmlns:a="http://schemas.openxmlformats.org/drawingml/2006/main" prst="roundRect">
            <a:avLst>
              <a:gd name="adj" fmla="val 40000"/>
            </a:avLst>
          </a:prstGeom>
          <a:solidFill xmlns:a="http://schemas.openxmlformats.org/drawingml/2006/main">
            <a:srgbClr val="A7690B"/>
          </a:solidFill>
          <a:ln xmlns:a="http://schemas.openxmlformats.org/drawingml/2006/main" w="9525">
            <a:solidFill>
              <a:srgbClr val="A7690B"/>
            </a:solidFill>
            <a:prstDash val="solid"/>
          </a:ln>
        </p:spPr>
      </p:sp>
      <p:sp>
        <p:nvSpPr>
          <p:cNvPr id="31" name="text-n62oly">
            <a:extLst xmlns:a="http://schemas.openxmlformats.org/drawingml/2006/main">
              <a:ext uri="{FF2B5EF4-FFF2-40B4-BE49-F238E27FC236}">
                <a16:creationId xmlns:a16="http://schemas.microsoft.com/office/drawing/2014/main" id="{0386143F-E510-4ECC-ACB4-46AE9242F74C}"/>
              </a:ext>
            </a:extLst>
          </p:cNvPr>
          <p:cNvSpPr>
            <a:spLocks xmlns:a="http://schemas.openxmlformats.org/drawingml/2006/main" noGrp="1"/>
          </p:cNvSpPr>
          <p:nvPr/>
        </p:nvSpPr>
        <p:spPr>
          <a:xfrm xmlns:a="http://schemas.openxmlformats.org/drawingml/2006/main">
            <a:off x="8477250" y="20574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管理確認</a:t>
            </a:r>
          </a:p>
        </p:txBody>
      </p:sp>
      <p:sp>
        <p:nvSpPr>
          <p:cNvPr id="32" name="">
            <a:extLst xmlns:a="http://schemas.openxmlformats.org/drawingml/2006/main">
              <a:ext uri="{FF2B5EF4-FFF2-40B4-BE49-F238E27FC236}">
                <a16:creationId xmlns:a16="http://schemas.microsoft.com/office/drawing/2014/main" id="{DE062260-0390-4FFB-8D9F-7A3191175856}"/>
              </a:ext>
            </a:extLst>
          </p:cNvPr>
          <p:cNvSpPr>
            <a:spLocks xmlns:a="http://schemas.openxmlformats.org/drawingml/2006/main" noGrp="1"/>
          </p:cNvSpPr>
          <p:nvPr/>
        </p:nvSpPr>
        <p:spPr>
          <a:xfrm xmlns:a="http://schemas.openxmlformats.org/drawingml/2006/main">
            <a:off x="8477250" y="268605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A7690B"/>
            </a:solidFill>
            <a:prstDash val="solid"/>
          </a:ln>
        </p:spPr>
      </p:sp>
      <p:sp>
        <p:nvSpPr>
          <p:cNvPr id="33" name="text-ee6n2o">
            <a:extLst xmlns:a="http://schemas.openxmlformats.org/drawingml/2006/main">
              <a:ext uri="{FF2B5EF4-FFF2-40B4-BE49-F238E27FC236}">
                <a16:creationId xmlns:a16="http://schemas.microsoft.com/office/drawing/2014/main" id="{DE775741-347C-47EC-8BD5-1B133F890762}"/>
              </a:ext>
            </a:extLst>
          </p:cNvPr>
          <p:cNvSpPr>
            <a:spLocks xmlns:a="http://schemas.openxmlformats.org/drawingml/2006/main" noGrp="1"/>
          </p:cNvSpPr>
          <p:nvPr/>
        </p:nvSpPr>
        <p:spPr>
          <a:xfrm xmlns:a="http://schemas.openxmlformats.org/drawingml/2006/main">
            <a:off x="8477250" y="26670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A7690B"/>
                </a:solidFill>
              </a:defRPr>
            </a:pPr>
            <a:r>
              <a:rPr sz="1350" b="1">
                <a:solidFill>
                  <a:srgbClr val="A7690B"/>
                </a:solidFill>
              </a:rPr>
              <a:t>✓</a:t>
            </a:r>
          </a:p>
        </p:txBody>
      </p:sp>
      <p:sp>
        <p:nvSpPr>
          <p:cNvPr id="34" name="text-egu61v">
            <a:extLst xmlns:a="http://schemas.openxmlformats.org/drawingml/2006/main">
              <a:ext uri="{FF2B5EF4-FFF2-40B4-BE49-F238E27FC236}">
                <a16:creationId xmlns:a16="http://schemas.microsoft.com/office/drawing/2014/main" id="{7B49967D-05D3-4159-99DB-7D94B8746918}"/>
              </a:ext>
            </a:extLst>
          </p:cNvPr>
          <p:cNvSpPr>
            <a:spLocks xmlns:a="http://schemas.openxmlformats.org/drawingml/2006/main" noGrp="1"/>
          </p:cNvSpPr>
          <p:nvPr/>
        </p:nvSpPr>
        <p:spPr>
          <a:xfrm xmlns:a="http://schemas.openxmlformats.org/drawingml/2006/main">
            <a:off x="8896350" y="26098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Backlog状態を同期</a:t>
            </a:r>
          </a:p>
        </p:txBody>
      </p:sp>
      <p:sp>
        <p:nvSpPr>
          <p:cNvPr id="35" name="">
            <a:extLst xmlns:a="http://schemas.openxmlformats.org/drawingml/2006/main">
              <a:ext uri="{FF2B5EF4-FFF2-40B4-BE49-F238E27FC236}">
                <a16:creationId xmlns:a16="http://schemas.microsoft.com/office/drawing/2014/main" id="{44AEA64C-EAB9-4B06-87F8-758077C24E24}"/>
              </a:ext>
            </a:extLst>
          </p:cNvPr>
          <p:cNvSpPr>
            <a:spLocks xmlns:a="http://schemas.openxmlformats.org/drawingml/2006/main" noGrp="1"/>
          </p:cNvSpPr>
          <p:nvPr/>
        </p:nvSpPr>
        <p:spPr>
          <a:xfrm xmlns:a="http://schemas.openxmlformats.org/drawingml/2006/main">
            <a:off x="8477250" y="342900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A7690B"/>
            </a:solidFill>
            <a:prstDash val="solid"/>
          </a:ln>
        </p:spPr>
      </p:sp>
      <p:sp>
        <p:nvSpPr>
          <p:cNvPr id="36" name="text-o6g2w2">
            <a:extLst xmlns:a="http://schemas.openxmlformats.org/drawingml/2006/main">
              <a:ext uri="{FF2B5EF4-FFF2-40B4-BE49-F238E27FC236}">
                <a16:creationId xmlns:a16="http://schemas.microsoft.com/office/drawing/2014/main" id="{66E83772-98CE-4A59-A7BF-601F65E03CA3}"/>
              </a:ext>
            </a:extLst>
          </p:cNvPr>
          <p:cNvSpPr>
            <a:spLocks xmlns:a="http://schemas.openxmlformats.org/drawingml/2006/main" noGrp="1"/>
          </p:cNvSpPr>
          <p:nvPr/>
        </p:nvSpPr>
        <p:spPr>
          <a:xfrm xmlns:a="http://schemas.openxmlformats.org/drawingml/2006/main">
            <a:off x="8477250" y="340995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A7690B"/>
                </a:solidFill>
              </a:defRPr>
            </a:pPr>
            <a:r>
              <a:rPr sz="1350" b="1">
                <a:solidFill>
                  <a:srgbClr val="A7690B"/>
                </a:solidFill>
              </a:rPr>
              <a:t>✓</a:t>
            </a:r>
          </a:p>
        </p:txBody>
      </p:sp>
      <p:sp>
        <p:nvSpPr>
          <p:cNvPr id="37" name="text-pvii41">
            <a:extLst xmlns:a="http://schemas.openxmlformats.org/drawingml/2006/main">
              <a:ext uri="{FF2B5EF4-FFF2-40B4-BE49-F238E27FC236}">
                <a16:creationId xmlns:a16="http://schemas.microsoft.com/office/drawing/2014/main" id="{DE52B95A-E8FF-4D5E-B7A6-F7833CE8F2A7}"/>
              </a:ext>
            </a:extLst>
          </p:cNvPr>
          <p:cNvSpPr>
            <a:spLocks xmlns:a="http://schemas.openxmlformats.org/drawingml/2006/main" noGrp="1"/>
          </p:cNvSpPr>
          <p:nvPr/>
        </p:nvSpPr>
        <p:spPr>
          <a:xfrm xmlns:a="http://schemas.openxmlformats.org/drawingml/2006/main">
            <a:off x="8896350" y="33528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更新履歴の失敗を確認</a:t>
            </a:r>
          </a:p>
        </p:txBody>
      </p:sp>
      <p:sp>
        <p:nvSpPr>
          <p:cNvPr id="38" name="">
            <a:extLst xmlns:a="http://schemas.openxmlformats.org/drawingml/2006/main">
              <a:ext uri="{FF2B5EF4-FFF2-40B4-BE49-F238E27FC236}">
                <a16:creationId xmlns:a16="http://schemas.microsoft.com/office/drawing/2014/main" id="{1F04421A-FE06-46D0-9F92-CADA844E1B76}"/>
              </a:ext>
            </a:extLst>
          </p:cNvPr>
          <p:cNvSpPr>
            <a:spLocks xmlns:a="http://schemas.openxmlformats.org/drawingml/2006/main" noGrp="1"/>
          </p:cNvSpPr>
          <p:nvPr/>
        </p:nvSpPr>
        <p:spPr>
          <a:xfrm xmlns:a="http://schemas.openxmlformats.org/drawingml/2006/main">
            <a:off x="8477250" y="4171950"/>
            <a:ext cx="266700" cy="266700"/>
          </a:xfrm>
          <a:prstGeom xmlns:a="http://schemas.openxmlformats.org/drawingml/2006/main" prst="roundRect">
            <a:avLst>
              <a:gd name="adj" fmla="val 42857"/>
            </a:avLst>
          </a:prstGeom>
          <a:solidFill xmlns:a="http://schemas.openxmlformats.org/drawingml/2006/main">
            <a:srgbClr val="EAF6FC"/>
          </a:solidFill>
          <a:ln xmlns:a="http://schemas.openxmlformats.org/drawingml/2006/main" w="9525">
            <a:solidFill>
              <a:srgbClr val="A7690B"/>
            </a:solidFill>
            <a:prstDash val="solid"/>
          </a:ln>
        </p:spPr>
      </p:sp>
      <p:sp>
        <p:nvSpPr>
          <p:cNvPr id="39" name="text-41i43j">
            <a:extLst xmlns:a="http://schemas.openxmlformats.org/drawingml/2006/main">
              <a:ext uri="{FF2B5EF4-FFF2-40B4-BE49-F238E27FC236}">
                <a16:creationId xmlns:a16="http://schemas.microsoft.com/office/drawing/2014/main" id="{91416F9A-076A-45DA-A059-FC33B9576FE1}"/>
              </a:ext>
            </a:extLst>
          </p:cNvPr>
          <p:cNvSpPr>
            <a:spLocks xmlns:a="http://schemas.openxmlformats.org/drawingml/2006/main" noGrp="1"/>
          </p:cNvSpPr>
          <p:nvPr/>
        </p:nvSpPr>
        <p:spPr>
          <a:xfrm xmlns:a="http://schemas.openxmlformats.org/drawingml/2006/main">
            <a:off x="8477250" y="4152900"/>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A7690B"/>
                </a:solidFill>
              </a:defRPr>
            </a:pPr>
            <a:r>
              <a:rPr sz="1350" b="1">
                <a:solidFill>
                  <a:srgbClr val="A7690B"/>
                </a:solidFill>
              </a:rPr>
              <a:t>✓</a:t>
            </a:r>
          </a:p>
        </p:txBody>
      </p:sp>
      <p:sp>
        <p:nvSpPr>
          <p:cNvPr id="40" name="text-vwpmrc">
            <a:extLst xmlns:a="http://schemas.openxmlformats.org/drawingml/2006/main">
              <a:ext uri="{FF2B5EF4-FFF2-40B4-BE49-F238E27FC236}">
                <a16:creationId xmlns:a16="http://schemas.microsoft.com/office/drawing/2014/main" id="{413B39A0-F376-476A-9A1C-8C711E9D8F50}"/>
              </a:ext>
            </a:extLst>
          </p:cNvPr>
          <p:cNvSpPr>
            <a:spLocks xmlns:a="http://schemas.openxmlformats.org/drawingml/2006/main" noGrp="1"/>
          </p:cNvSpPr>
          <p:nvPr/>
        </p:nvSpPr>
        <p:spPr>
          <a:xfrm xmlns:a="http://schemas.openxmlformats.org/drawingml/2006/main">
            <a:off x="8896350" y="4095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全自治体マスタ件数を確認</a:t>
            </a:r>
          </a:p>
        </p:txBody>
      </p:sp>
      <p:sp>
        <p:nvSpPr>
          <p:cNvPr id="41" name="">
            <a:extLst xmlns:a="http://schemas.openxmlformats.org/drawingml/2006/main">
              <a:ext uri="{FF2B5EF4-FFF2-40B4-BE49-F238E27FC236}">
                <a16:creationId xmlns:a16="http://schemas.microsoft.com/office/drawing/2014/main" id="{E7BE7AE0-75CF-44E6-A0CA-228FA53E434D}"/>
              </a:ext>
            </a:extLst>
          </p:cNvPr>
          <p:cNvSpPr>
            <a:spLocks xmlns:a="http://schemas.openxmlformats.org/drawingml/2006/main" noGrp="1"/>
          </p:cNvSpPr>
          <p:nvPr/>
        </p:nvSpPr>
        <p:spPr>
          <a:xfrm xmlns:a="http://schemas.openxmlformats.org/drawingml/2006/main">
            <a:off x="628650" y="5715000"/>
            <a:ext cx="10991850" cy="457200"/>
          </a:xfrm>
          <a:prstGeom xmlns:a="http://schemas.openxmlformats.org/drawingml/2006/main" prst="rect">
            <a:avLst/>
          </a:prstGeom>
          <a:solidFill xmlns:a="http://schemas.openxmlformats.org/drawingml/2006/main">
            <a:srgbClr val="EAF6FC"/>
          </a:solidFill>
          <a:ln xmlns:a="http://schemas.openxmlformats.org/drawingml/2006/main" w="9525">
            <a:solidFill>
              <a:srgbClr val="6DCBF4"/>
            </a:solidFill>
            <a:prstDash val="solid"/>
          </a:ln>
        </p:spPr>
      </p:sp>
      <p:sp>
        <p:nvSpPr>
          <p:cNvPr id="42" name="text-ntk7zn">
            <a:extLst xmlns:a="http://schemas.openxmlformats.org/drawingml/2006/main">
              <a:ext uri="{FF2B5EF4-FFF2-40B4-BE49-F238E27FC236}">
                <a16:creationId xmlns:a16="http://schemas.microsoft.com/office/drawing/2014/main" id="{3B502366-8329-462B-976B-4F282C780CF3}"/>
              </a:ext>
            </a:extLst>
          </p:cNvPr>
          <p:cNvSpPr>
            <a:spLocks xmlns:a="http://schemas.openxmlformats.org/drawingml/2006/main" noGrp="1"/>
          </p:cNvSpPr>
          <p:nvPr/>
        </p:nvSpPr>
        <p:spPr>
          <a:xfrm xmlns:a="http://schemas.openxmlformats.org/drawingml/2006/main">
            <a:off x="838200" y="57531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3D8DFF"/>
                </a:solidFill>
              </a:defRPr>
            </a:pPr>
            <a:r>
              <a:rPr sz="1200" b="1">
                <a:solidFill>
                  <a:srgbClr val="3D8DFF"/>
                </a:solidFill>
              </a:rPr>
              <a:t>不明点がある場合は再登録せず、依頼ID・Backlog課題キー・自治体名を添えて運用担当者へ連絡します。</a:t>
            </a:r>
          </a:p>
        </p:txBody>
      </p:sp>
      <p:sp>
        <p:nvSpPr>
          <p:cNvPr id="43" name="text-mf8xqs">
            <a:extLst xmlns:a="http://schemas.openxmlformats.org/drawingml/2006/main">
              <a:ext uri="{FF2B5EF4-FFF2-40B4-BE49-F238E27FC236}">
                <a16:creationId xmlns:a16="http://schemas.microsoft.com/office/drawing/2014/main" id="{617A524B-6F2B-4E93-AEEA-655FF00330F9}"/>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27</a:t>
            </a:r>
          </a:p>
        </p:txBody>
      </p:sp>
    </p:spTree>
    <p:extLst>
      <p:ext uri="{BB962C8B-B14F-4D97-AF65-F5344CB8AC3E}">
        <p14:creationId xmlns:p14="http://schemas.microsoft.com/office/powerpoint/2010/main" val="42038847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ext-79d5z2">
            <a:extLst xmlns:a="http://schemas.openxmlformats.org/drawingml/2006/main">
              <a:ext uri="{FF2B5EF4-FFF2-40B4-BE49-F238E27FC236}">
                <a16:creationId xmlns:a16="http://schemas.microsoft.com/office/drawing/2014/main" id="{26D2F091-53B7-4C2C-AB35-15281E92641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27 / TROUBLESHOOTING</a:t>
            </a:r>
          </a:p>
        </p:txBody>
      </p:sp>
      <p:sp>
        <p:nvSpPr>
          <p:cNvPr id="2" name="text-q0lajl">
            <a:extLst xmlns:a="http://schemas.openxmlformats.org/drawingml/2006/main">
              <a:ext uri="{FF2B5EF4-FFF2-40B4-BE49-F238E27FC236}">
                <a16:creationId xmlns:a16="http://schemas.microsoft.com/office/drawing/2014/main" id="{3F6B9CFF-881C-4E0E-A96A-D4BF5CA633F9}"/>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困ったときは再入力する前に切り分ける</a:t>
            </a:r>
          </a:p>
        </p:txBody>
      </p:sp>
      <p:sp>
        <p:nvSpPr>
          <p:cNvPr id="3" name="text-ai0oie">
            <a:extLst xmlns:a="http://schemas.openxmlformats.org/drawingml/2006/main">
              <a:ext uri="{FF2B5EF4-FFF2-40B4-BE49-F238E27FC236}">
                <a16:creationId xmlns:a16="http://schemas.microsoft.com/office/drawing/2014/main" id="{AF727A84-3730-4864-8AC0-2A9C9BF95B04}"/>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依頼ID・課題キー・自治体名・エラー文を残します。</a:t>
            </a:r>
          </a:p>
        </p:txBody>
      </p:sp>
      <p:sp>
        <p:nvSpPr>
          <p:cNvPr id="4" name="">
            <a:extLst xmlns:a="http://schemas.openxmlformats.org/drawingml/2006/main">
              <a:ext uri="{FF2B5EF4-FFF2-40B4-BE49-F238E27FC236}">
                <a16:creationId xmlns:a16="http://schemas.microsoft.com/office/drawing/2014/main" id="{83864A37-5E97-4A07-B617-BB40523B14DF}"/>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B0B79A9-DD5F-4FB3-815B-511677350313}"/>
              </a:ext>
            </a:extLst>
          </p:cNvPr>
          <p:cNvSpPr>
            <a:spLocks xmlns:a="http://schemas.openxmlformats.org/drawingml/2006/main" noGrp="1"/>
          </p:cNvSpPr>
          <p:nvPr/>
        </p:nvSpPr>
        <p:spPr>
          <a:xfrm xmlns:a="http://schemas.openxmlformats.org/drawingml/2006/main">
            <a:off x="609600" y="1676400"/>
            <a:ext cx="27622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6" name="text-bpp0bu">
            <a:extLst xmlns:a="http://schemas.openxmlformats.org/drawingml/2006/main">
              <a:ext uri="{FF2B5EF4-FFF2-40B4-BE49-F238E27FC236}">
                <a16:creationId xmlns:a16="http://schemas.microsoft.com/office/drawing/2014/main" id="{7B806319-645E-4B9F-88B4-0B94A21B18AC}"/>
              </a:ext>
            </a:extLst>
          </p:cNvPr>
          <p:cNvSpPr>
            <a:spLocks xmlns:a="http://schemas.openxmlformats.org/drawingml/2006/main" noGrp="1"/>
          </p:cNvSpPr>
          <p:nvPr/>
        </p:nvSpPr>
        <p:spPr>
          <a:xfrm xmlns:a="http://schemas.openxmlformats.org/drawingml/2006/main">
            <a:off x="685800" y="1676400"/>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症状</a:t>
            </a:r>
          </a:p>
        </p:txBody>
      </p:sp>
      <p:sp>
        <p:nvSpPr>
          <p:cNvPr id="7" name="">
            <a:extLst xmlns:a="http://schemas.openxmlformats.org/drawingml/2006/main">
              <a:ext uri="{FF2B5EF4-FFF2-40B4-BE49-F238E27FC236}">
                <a16:creationId xmlns:a16="http://schemas.microsoft.com/office/drawing/2014/main" id="{D799BE2E-CC0E-451D-B199-E48CAFDABC3E}"/>
              </a:ext>
            </a:extLst>
          </p:cNvPr>
          <p:cNvSpPr>
            <a:spLocks xmlns:a="http://schemas.openxmlformats.org/drawingml/2006/main" noGrp="1"/>
          </p:cNvSpPr>
          <p:nvPr/>
        </p:nvSpPr>
        <p:spPr>
          <a:xfrm xmlns:a="http://schemas.openxmlformats.org/drawingml/2006/main">
            <a:off x="3371850" y="1676400"/>
            <a:ext cx="371475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8" name="text-zn73nx">
            <a:extLst xmlns:a="http://schemas.openxmlformats.org/drawingml/2006/main">
              <a:ext uri="{FF2B5EF4-FFF2-40B4-BE49-F238E27FC236}">
                <a16:creationId xmlns:a16="http://schemas.microsoft.com/office/drawing/2014/main" id="{3A0CE00D-F5F6-43B4-89C7-FB558F0C82F7}"/>
              </a:ext>
            </a:extLst>
          </p:cNvPr>
          <p:cNvSpPr>
            <a:spLocks xmlns:a="http://schemas.openxmlformats.org/drawingml/2006/main" noGrp="1"/>
          </p:cNvSpPr>
          <p:nvPr/>
        </p:nvSpPr>
        <p:spPr>
          <a:xfrm xmlns:a="http://schemas.openxmlformats.org/drawingml/2006/main">
            <a:off x="3448050" y="1676400"/>
            <a:ext cx="3562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最初に確認</a:t>
            </a:r>
          </a:p>
        </p:txBody>
      </p:sp>
      <p:sp>
        <p:nvSpPr>
          <p:cNvPr id="9" name="">
            <a:extLst xmlns:a="http://schemas.openxmlformats.org/drawingml/2006/main">
              <a:ext uri="{FF2B5EF4-FFF2-40B4-BE49-F238E27FC236}">
                <a16:creationId xmlns:a16="http://schemas.microsoft.com/office/drawing/2014/main" id="{A40FDB9F-039A-4FF0-A136-13C6661ABAE4}"/>
              </a:ext>
            </a:extLst>
          </p:cNvPr>
          <p:cNvSpPr>
            <a:spLocks xmlns:a="http://schemas.openxmlformats.org/drawingml/2006/main" noGrp="1"/>
          </p:cNvSpPr>
          <p:nvPr/>
        </p:nvSpPr>
        <p:spPr>
          <a:xfrm xmlns:a="http://schemas.openxmlformats.org/drawingml/2006/main">
            <a:off x="7086600" y="1676400"/>
            <a:ext cx="4495800" cy="361950"/>
          </a:xfrm>
          <a:prstGeom xmlns:a="http://schemas.openxmlformats.org/drawingml/2006/main" prst="rect">
            <a:avLst/>
          </a:prstGeom>
          <a:solidFill xmlns:a="http://schemas.openxmlformats.org/drawingml/2006/main">
            <a:srgbClr val="EAF6FC"/>
          </a:solidFill>
          <a:ln xmlns:a="http://schemas.openxmlformats.org/drawingml/2006/main" w="9525">
            <a:solidFill>
              <a:srgbClr val="B8BCC4"/>
            </a:solidFill>
            <a:prstDash val="solid"/>
          </a:ln>
        </p:spPr>
      </p:sp>
      <p:sp>
        <p:nvSpPr>
          <p:cNvPr id="10" name="text-a86bco">
            <a:extLst xmlns:a="http://schemas.openxmlformats.org/drawingml/2006/main">
              <a:ext uri="{FF2B5EF4-FFF2-40B4-BE49-F238E27FC236}">
                <a16:creationId xmlns:a16="http://schemas.microsoft.com/office/drawing/2014/main" id="{25932A2C-FFE0-4593-8950-9E04863D2E81}"/>
              </a:ext>
            </a:extLst>
          </p:cNvPr>
          <p:cNvSpPr>
            <a:spLocks xmlns:a="http://schemas.openxmlformats.org/drawingml/2006/main" noGrp="1"/>
          </p:cNvSpPr>
          <p:nvPr/>
        </p:nvSpPr>
        <p:spPr>
          <a:xfrm xmlns:a="http://schemas.openxmlformats.org/drawingml/2006/main">
            <a:off x="7162800" y="1676400"/>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0F1720"/>
                </a:solidFill>
              </a:defRPr>
            </a:pPr>
            <a:r>
              <a:rPr sz="1050" b="1">
                <a:solidFill>
                  <a:srgbClr val="0F1720"/>
                </a:solidFill>
              </a:rPr>
              <a:t>対処</a:t>
            </a:r>
          </a:p>
        </p:txBody>
      </p:sp>
      <p:sp>
        <p:nvSpPr>
          <p:cNvPr id="11" name="">
            <a:extLst xmlns:a="http://schemas.openxmlformats.org/drawingml/2006/main">
              <a:ext uri="{FF2B5EF4-FFF2-40B4-BE49-F238E27FC236}">
                <a16:creationId xmlns:a16="http://schemas.microsoft.com/office/drawing/2014/main" id="{0AFD5CF9-0818-4C73-BED6-EE5E3DD8D87A}"/>
              </a:ext>
            </a:extLst>
          </p:cNvPr>
          <p:cNvSpPr>
            <a:spLocks xmlns:a="http://schemas.openxmlformats.org/drawingml/2006/main" noGrp="1"/>
          </p:cNvSpPr>
          <p:nvPr/>
        </p:nvSpPr>
        <p:spPr>
          <a:xfrm xmlns:a="http://schemas.openxmlformats.org/drawingml/2006/main">
            <a:off x="609600" y="2038350"/>
            <a:ext cx="27622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2" name="text-ebswbq">
            <a:extLst xmlns:a="http://schemas.openxmlformats.org/drawingml/2006/main">
              <a:ext uri="{FF2B5EF4-FFF2-40B4-BE49-F238E27FC236}">
                <a16:creationId xmlns:a16="http://schemas.microsoft.com/office/drawing/2014/main" id="{DCEA23DD-884B-4EE3-9495-E674E6788FDF}"/>
              </a:ext>
            </a:extLst>
          </p:cNvPr>
          <p:cNvSpPr>
            <a:spLocks xmlns:a="http://schemas.openxmlformats.org/drawingml/2006/main" noGrp="1"/>
          </p:cNvSpPr>
          <p:nvPr/>
        </p:nvSpPr>
        <p:spPr>
          <a:xfrm xmlns:a="http://schemas.openxmlformats.org/drawingml/2006/main">
            <a:off x="685800" y="2066925"/>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自治体／商品が出ない</a:t>
            </a:r>
          </a:p>
        </p:txBody>
      </p:sp>
      <p:sp>
        <p:nvSpPr>
          <p:cNvPr id="13" name="">
            <a:extLst xmlns:a="http://schemas.openxmlformats.org/drawingml/2006/main">
              <a:ext uri="{FF2B5EF4-FFF2-40B4-BE49-F238E27FC236}">
                <a16:creationId xmlns:a16="http://schemas.microsoft.com/office/drawing/2014/main" id="{A5BE48E0-1DD6-47F1-A599-6EAEF7277A46}"/>
              </a:ext>
            </a:extLst>
          </p:cNvPr>
          <p:cNvSpPr>
            <a:spLocks xmlns:a="http://schemas.openxmlformats.org/drawingml/2006/main" noGrp="1"/>
          </p:cNvSpPr>
          <p:nvPr/>
        </p:nvSpPr>
        <p:spPr>
          <a:xfrm xmlns:a="http://schemas.openxmlformats.org/drawingml/2006/main">
            <a:off x="3371850" y="2038350"/>
            <a:ext cx="37147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4" name="text-14isv0">
            <a:extLst xmlns:a="http://schemas.openxmlformats.org/drawingml/2006/main">
              <a:ext uri="{FF2B5EF4-FFF2-40B4-BE49-F238E27FC236}">
                <a16:creationId xmlns:a16="http://schemas.microsoft.com/office/drawing/2014/main" id="{DF2F38AB-14A0-45A5-8652-ADD9C630B819}"/>
              </a:ext>
            </a:extLst>
          </p:cNvPr>
          <p:cNvSpPr>
            <a:spLocks xmlns:a="http://schemas.openxmlformats.org/drawingml/2006/main" noGrp="1"/>
          </p:cNvSpPr>
          <p:nvPr/>
        </p:nvSpPr>
        <p:spPr>
          <a:xfrm xmlns:a="http://schemas.openxmlformats.org/drawingml/2006/main">
            <a:off x="3448050" y="2066925"/>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権限・全自治体マスタ・再読込</a:t>
            </a:r>
          </a:p>
        </p:txBody>
      </p:sp>
      <p:sp>
        <p:nvSpPr>
          <p:cNvPr id="15" name="">
            <a:extLst xmlns:a="http://schemas.openxmlformats.org/drawingml/2006/main">
              <a:ext uri="{FF2B5EF4-FFF2-40B4-BE49-F238E27FC236}">
                <a16:creationId xmlns:a16="http://schemas.microsoft.com/office/drawing/2014/main" id="{4DC568E3-E7AA-4D21-A5C9-C9A4529D106E}"/>
              </a:ext>
            </a:extLst>
          </p:cNvPr>
          <p:cNvSpPr>
            <a:spLocks xmlns:a="http://schemas.openxmlformats.org/drawingml/2006/main" noGrp="1"/>
          </p:cNvSpPr>
          <p:nvPr/>
        </p:nvSpPr>
        <p:spPr>
          <a:xfrm xmlns:a="http://schemas.openxmlformats.org/drawingml/2006/main">
            <a:off x="7086600" y="2038350"/>
            <a:ext cx="449580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text-7zht3s">
            <a:extLst xmlns:a="http://schemas.openxmlformats.org/drawingml/2006/main">
              <a:ext uri="{FF2B5EF4-FFF2-40B4-BE49-F238E27FC236}">
                <a16:creationId xmlns:a16="http://schemas.microsoft.com/office/drawing/2014/main" id="{51300F59-C038-41B5-9AF9-F6941DDB867B}"/>
              </a:ext>
            </a:extLst>
          </p:cNvPr>
          <p:cNvSpPr>
            <a:spLocks xmlns:a="http://schemas.openxmlformats.org/drawingml/2006/main" noGrp="1"/>
          </p:cNvSpPr>
          <p:nvPr/>
        </p:nvSpPr>
        <p:spPr>
          <a:xfrm xmlns:a="http://schemas.openxmlformats.org/drawingml/2006/main">
            <a:off x="7162800" y="2066925"/>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マスタ更新時刻を確認し、再読み込み</a:t>
            </a:r>
          </a:p>
        </p:txBody>
      </p:sp>
      <p:sp>
        <p:nvSpPr>
          <p:cNvPr id="17" name="">
            <a:extLst xmlns:a="http://schemas.openxmlformats.org/drawingml/2006/main">
              <a:ext uri="{FF2B5EF4-FFF2-40B4-BE49-F238E27FC236}">
                <a16:creationId xmlns:a16="http://schemas.microsoft.com/office/drawing/2014/main" id="{FCE8DFD0-C81F-486D-9AE4-5E2CF4DE31F9}"/>
              </a:ext>
            </a:extLst>
          </p:cNvPr>
          <p:cNvSpPr>
            <a:spLocks xmlns:a="http://schemas.openxmlformats.org/drawingml/2006/main" noGrp="1"/>
          </p:cNvSpPr>
          <p:nvPr/>
        </p:nvSpPr>
        <p:spPr>
          <a:xfrm xmlns:a="http://schemas.openxmlformats.org/drawingml/2006/main">
            <a:off x="609600" y="2505075"/>
            <a:ext cx="27622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18" name="text-iy8le1">
            <a:extLst xmlns:a="http://schemas.openxmlformats.org/drawingml/2006/main">
              <a:ext uri="{FF2B5EF4-FFF2-40B4-BE49-F238E27FC236}">
                <a16:creationId xmlns:a16="http://schemas.microsoft.com/office/drawing/2014/main" id="{FBC023F0-F84C-49C0-AE0D-395B42D22452}"/>
              </a:ext>
            </a:extLst>
          </p:cNvPr>
          <p:cNvSpPr>
            <a:spLocks xmlns:a="http://schemas.openxmlformats.org/drawingml/2006/main" noGrp="1"/>
          </p:cNvSpPr>
          <p:nvPr/>
        </p:nvSpPr>
        <p:spPr>
          <a:xfrm xmlns:a="http://schemas.openxmlformats.org/drawingml/2006/main">
            <a:off x="685800" y="2533650"/>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Backlog本人連携がない</a:t>
            </a:r>
          </a:p>
        </p:txBody>
      </p:sp>
      <p:sp>
        <p:nvSpPr>
          <p:cNvPr id="19" name="">
            <a:extLst xmlns:a="http://schemas.openxmlformats.org/drawingml/2006/main">
              <a:ext uri="{FF2B5EF4-FFF2-40B4-BE49-F238E27FC236}">
                <a16:creationId xmlns:a16="http://schemas.microsoft.com/office/drawing/2014/main" id="{CF394A71-8496-42B0-BF32-E66577879A05}"/>
              </a:ext>
            </a:extLst>
          </p:cNvPr>
          <p:cNvSpPr>
            <a:spLocks xmlns:a="http://schemas.openxmlformats.org/drawingml/2006/main" noGrp="1"/>
          </p:cNvSpPr>
          <p:nvPr/>
        </p:nvSpPr>
        <p:spPr>
          <a:xfrm xmlns:a="http://schemas.openxmlformats.org/drawingml/2006/main">
            <a:off x="3371850" y="2505075"/>
            <a:ext cx="37147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0" name="text-mccbyf">
            <a:extLst xmlns:a="http://schemas.openxmlformats.org/drawingml/2006/main">
              <a:ext uri="{FF2B5EF4-FFF2-40B4-BE49-F238E27FC236}">
                <a16:creationId xmlns:a16="http://schemas.microsoft.com/office/drawing/2014/main" id="{5464CC4D-A1FE-4371-838E-C9504D6C3CAC}"/>
              </a:ext>
            </a:extLst>
          </p:cNvPr>
          <p:cNvSpPr>
            <a:spLocks xmlns:a="http://schemas.openxmlformats.org/drawingml/2006/main" noGrp="1"/>
          </p:cNvSpPr>
          <p:nvPr/>
        </p:nvSpPr>
        <p:spPr>
          <a:xfrm xmlns:a="http://schemas.openxmlformats.org/drawingml/2006/main">
            <a:off x="3448050" y="2533650"/>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ログイン者・OAuth状態</a:t>
            </a:r>
          </a:p>
        </p:txBody>
      </p:sp>
      <p:sp>
        <p:nvSpPr>
          <p:cNvPr id="21" name="">
            <a:extLst xmlns:a="http://schemas.openxmlformats.org/drawingml/2006/main">
              <a:ext uri="{FF2B5EF4-FFF2-40B4-BE49-F238E27FC236}">
                <a16:creationId xmlns:a16="http://schemas.microsoft.com/office/drawing/2014/main" id="{51CDBE91-3C74-4EB0-83BF-4DB84E4D4FD7}"/>
              </a:ext>
            </a:extLst>
          </p:cNvPr>
          <p:cNvSpPr>
            <a:spLocks xmlns:a="http://schemas.openxmlformats.org/drawingml/2006/main" noGrp="1"/>
          </p:cNvSpPr>
          <p:nvPr/>
        </p:nvSpPr>
        <p:spPr>
          <a:xfrm xmlns:a="http://schemas.openxmlformats.org/drawingml/2006/main">
            <a:off x="7086600" y="2505075"/>
            <a:ext cx="449580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22" name="text-ybi7rb">
            <a:extLst xmlns:a="http://schemas.openxmlformats.org/drawingml/2006/main">
              <a:ext uri="{FF2B5EF4-FFF2-40B4-BE49-F238E27FC236}">
                <a16:creationId xmlns:a16="http://schemas.microsoft.com/office/drawing/2014/main" id="{8570836A-BA74-44D1-A431-94C4BA530373}"/>
              </a:ext>
            </a:extLst>
          </p:cNvPr>
          <p:cNvSpPr>
            <a:spLocks xmlns:a="http://schemas.openxmlformats.org/drawingml/2006/main" noGrp="1"/>
          </p:cNvSpPr>
          <p:nvPr/>
        </p:nvSpPr>
        <p:spPr>
          <a:xfrm xmlns:a="http://schemas.openxmlformats.org/drawingml/2006/main">
            <a:off x="7162800" y="2533650"/>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画面上部から連携し直す</a:t>
            </a:r>
          </a:p>
        </p:txBody>
      </p:sp>
      <p:sp>
        <p:nvSpPr>
          <p:cNvPr id="23" name="">
            <a:extLst xmlns:a="http://schemas.openxmlformats.org/drawingml/2006/main">
              <a:ext uri="{FF2B5EF4-FFF2-40B4-BE49-F238E27FC236}">
                <a16:creationId xmlns:a16="http://schemas.microsoft.com/office/drawing/2014/main" id="{FDDF66DE-4989-4B4F-A707-C5A24022EFAC}"/>
              </a:ext>
            </a:extLst>
          </p:cNvPr>
          <p:cNvSpPr>
            <a:spLocks xmlns:a="http://schemas.openxmlformats.org/drawingml/2006/main" noGrp="1"/>
          </p:cNvSpPr>
          <p:nvPr/>
        </p:nvSpPr>
        <p:spPr>
          <a:xfrm xmlns:a="http://schemas.openxmlformats.org/drawingml/2006/main">
            <a:off x="609600" y="2971800"/>
            <a:ext cx="27622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text-ff6dq2">
            <a:extLst xmlns:a="http://schemas.openxmlformats.org/drawingml/2006/main">
              <a:ext uri="{FF2B5EF4-FFF2-40B4-BE49-F238E27FC236}">
                <a16:creationId xmlns:a16="http://schemas.microsoft.com/office/drawing/2014/main" id="{733F66E6-0DA7-4ABF-945D-DE3D7F2F02F5}"/>
              </a:ext>
            </a:extLst>
          </p:cNvPr>
          <p:cNvSpPr>
            <a:spLocks xmlns:a="http://schemas.openxmlformats.org/drawingml/2006/main" noGrp="1"/>
          </p:cNvSpPr>
          <p:nvPr/>
        </p:nvSpPr>
        <p:spPr>
          <a:xfrm xmlns:a="http://schemas.openxmlformats.org/drawingml/2006/main">
            <a:off x="685800" y="3000375"/>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必須エラー</a:t>
            </a:r>
          </a:p>
        </p:txBody>
      </p:sp>
      <p:sp>
        <p:nvSpPr>
          <p:cNvPr id="25" name="">
            <a:extLst xmlns:a="http://schemas.openxmlformats.org/drawingml/2006/main">
              <a:ext uri="{FF2B5EF4-FFF2-40B4-BE49-F238E27FC236}">
                <a16:creationId xmlns:a16="http://schemas.microsoft.com/office/drawing/2014/main" id="{BF633DA6-931E-442C-9B34-42F1E727B75F}"/>
              </a:ext>
            </a:extLst>
          </p:cNvPr>
          <p:cNvSpPr>
            <a:spLocks xmlns:a="http://schemas.openxmlformats.org/drawingml/2006/main" noGrp="1"/>
          </p:cNvSpPr>
          <p:nvPr/>
        </p:nvSpPr>
        <p:spPr>
          <a:xfrm xmlns:a="http://schemas.openxmlformats.org/drawingml/2006/main">
            <a:off x="3371850" y="2971800"/>
            <a:ext cx="37147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text-njpwl2">
            <a:extLst xmlns:a="http://schemas.openxmlformats.org/drawingml/2006/main">
              <a:ext uri="{FF2B5EF4-FFF2-40B4-BE49-F238E27FC236}">
                <a16:creationId xmlns:a16="http://schemas.microsoft.com/office/drawing/2014/main" id="{629C2A23-AAC5-4F50-9B23-15B51A70F64A}"/>
              </a:ext>
            </a:extLst>
          </p:cNvPr>
          <p:cNvSpPr>
            <a:spLocks xmlns:a="http://schemas.openxmlformats.org/drawingml/2006/main" noGrp="1"/>
          </p:cNvSpPr>
          <p:nvPr/>
        </p:nvSpPr>
        <p:spPr>
          <a:xfrm xmlns:a="http://schemas.openxmlformats.org/drawingml/2006/main">
            <a:off x="3448050" y="3000375"/>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赤い必須・自治体別属性</a:t>
            </a:r>
          </a:p>
        </p:txBody>
      </p:sp>
      <p:sp>
        <p:nvSpPr>
          <p:cNvPr id="27" name="">
            <a:extLst xmlns:a="http://schemas.openxmlformats.org/drawingml/2006/main">
              <a:ext uri="{FF2B5EF4-FFF2-40B4-BE49-F238E27FC236}">
                <a16:creationId xmlns:a16="http://schemas.microsoft.com/office/drawing/2014/main" id="{595833DF-DDB8-46DF-A13C-03E2E47566F7}"/>
              </a:ext>
            </a:extLst>
          </p:cNvPr>
          <p:cNvSpPr>
            <a:spLocks xmlns:a="http://schemas.openxmlformats.org/drawingml/2006/main" noGrp="1"/>
          </p:cNvSpPr>
          <p:nvPr/>
        </p:nvSpPr>
        <p:spPr>
          <a:xfrm xmlns:a="http://schemas.openxmlformats.org/drawingml/2006/main">
            <a:off x="7086600" y="2971800"/>
            <a:ext cx="449580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8" name="text-55kk8o">
            <a:extLst xmlns:a="http://schemas.openxmlformats.org/drawingml/2006/main">
              <a:ext uri="{FF2B5EF4-FFF2-40B4-BE49-F238E27FC236}">
                <a16:creationId xmlns:a16="http://schemas.microsoft.com/office/drawing/2014/main" id="{98A2D47B-8454-4608-8152-96DE1315E384}"/>
              </a:ext>
            </a:extLst>
          </p:cNvPr>
          <p:cNvSpPr>
            <a:spLocks xmlns:a="http://schemas.openxmlformats.org/drawingml/2006/main" noGrp="1"/>
          </p:cNvSpPr>
          <p:nvPr/>
        </p:nvSpPr>
        <p:spPr>
          <a:xfrm xmlns:a="http://schemas.openxmlformats.org/drawingml/2006/main">
            <a:off x="7162800" y="3000375"/>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表示された欄を補完</a:t>
            </a:r>
          </a:p>
        </p:txBody>
      </p:sp>
      <p:sp>
        <p:nvSpPr>
          <p:cNvPr id="29" name="">
            <a:extLst xmlns:a="http://schemas.openxmlformats.org/drawingml/2006/main">
              <a:ext uri="{FF2B5EF4-FFF2-40B4-BE49-F238E27FC236}">
                <a16:creationId xmlns:a16="http://schemas.microsoft.com/office/drawing/2014/main" id="{DC8A3E6C-5880-4ACF-9600-EA8F8C441A8C}"/>
              </a:ext>
            </a:extLst>
          </p:cNvPr>
          <p:cNvSpPr>
            <a:spLocks xmlns:a="http://schemas.openxmlformats.org/drawingml/2006/main" noGrp="1"/>
          </p:cNvSpPr>
          <p:nvPr/>
        </p:nvSpPr>
        <p:spPr>
          <a:xfrm xmlns:a="http://schemas.openxmlformats.org/drawingml/2006/main">
            <a:off x="609600" y="3438525"/>
            <a:ext cx="27622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0" name="text-82juga">
            <a:extLst xmlns:a="http://schemas.openxmlformats.org/drawingml/2006/main">
              <a:ext uri="{FF2B5EF4-FFF2-40B4-BE49-F238E27FC236}">
                <a16:creationId xmlns:a16="http://schemas.microsoft.com/office/drawing/2014/main" id="{6FEDB97B-7A43-4C26-8D94-099C99BC5A54}"/>
              </a:ext>
            </a:extLst>
          </p:cNvPr>
          <p:cNvSpPr>
            <a:spLocks xmlns:a="http://schemas.openxmlformats.org/drawingml/2006/main" noGrp="1"/>
          </p:cNvSpPr>
          <p:nvPr/>
        </p:nvSpPr>
        <p:spPr>
          <a:xfrm xmlns:a="http://schemas.openxmlformats.org/drawingml/2006/main">
            <a:off x="685800" y="3467100"/>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入力欄が出ない</a:t>
            </a:r>
          </a:p>
        </p:txBody>
      </p:sp>
      <p:sp>
        <p:nvSpPr>
          <p:cNvPr id="31" name="">
            <a:extLst xmlns:a="http://schemas.openxmlformats.org/drawingml/2006/main">
              <a:ext uri="{FF2B5EF4-FFF2-40B4-BE49-F238E27FC236}">
                <a16:creationId xmlns:a16="http://schemas.microsoft.com/office/drawing/2014/main" id="{9169D81B-6FDA-4A6C-877A-9154B4C1B23A}"/>
              </a:ext>
            </a:extLst>
          </p:cNvPr>
          <p:cNvSpPr>
            <a:spLocks xmlns:a="http://schemas.openxmlformats.org/drawingml/2006/main" noGrp="1"/>
          </p:cNvSpPr>
          <p:nvPr/>
        </p:nvSpPr>
        <p:spPr>
          <a:xfrm xmlns:a="http://schemas.openxmlformats.org/drawingml/2006/main">
            <a:off x="3371850" y="3438525"/>
            <a:ext cx="37147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2" name="text-1apjaj">
            <a:extLst xmlns:a="http://schemas.openxmlformats.org/drawingml/2006/main">
              <a:ext uri="{FF2B5EF4-FFF2-40B4-BE49-F238E27FC236}">
                <a16:creationId xmlns:a16="http://schemas.microsoft.com/office/drawing/2014/main" id="{5A4CEA36-16F7-403C-99A7-F1893620A87D}"/>
              </a:ext>
            </a:extLst>
          </p:cNvPr>
          <p:cNvSpPr>
            <a:spLocks xmlns:a="http://schemas.openxmlformats.org/drawingml/2006/main" noGrp="1"/>
          </p:cNvSpPr>
          <p:nvPr/>
        </p:nvSpPr>
        <p:spPr>
          <a:xfrm xmlns:a="http://schemas.openxmlformats.org/drawingml/2006/main">
            <a:off x="3448050" y="3467100"/>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修正種別・アリ／ナシ</a:t>
            </a:r>
          </a:p>
        </p:txBody>
      </p:sp>
      <p:sp>
        <p:nvSpPr>
          <p:cNvPr id="33" name="">
            <a:extLst xmlns:a="http://schemas.openxmlformats.org/drawingml/2006/main">
              <a:ext uri="{FF2B5EF4-FFF2-40B4-BE49-F238E27FC236}">
                <a16:creationId xmlns:a16="http://schemas.microsoft.com/office/drawing/2014/main" id="{517B74B7-6379-400A-B84C-8A666B674598}"/>
              </a:ext>
            </a:extLst>
          </p:cNvPr>
          <p:cNvSpPr>
            <a:spLocks xmlns:a="http://schemas.openxmlformats.org/drawingml/2006/main" noGrp="1"/>
          </p:cNvSpPr>
          <p:nvPr/>
        </p:nvSpPr>
        <p:spPr>
          <a:xfrm xmlns:a="http://schemas.openxmlformats.org/drawingml/2006/main">
            <a:off x="7086600" y="3438525"/>
            <a:ext cx="449580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34" name="text-sh9wo4">
            <a:extLst xmlns:a="http://schemas.openxmlformats.org/drawingml/2006/main">
              <a:ext uri="{FF2B5EF4-FFF2-40B4-BE49-F238E27FC236}">
                <a16:creationId xmlns:a16="http://schemas.microsoft.com/office/drawing/2014/main" id="{A91129C8-FB03-41BB-8B5D-0F4C0D2F99BA}"/>
              </a:ext>
            </a:extLst>
          </p:cNvPr>
          <p:cNvSpPr>
            <a:spLocks xmlns:a="http://schemas.openxmlformats.org/drawingml/2006/main" noGrp="1"/>
          </p:cNvSpPr>
          <p:nvPr/>
        </p:nvSpPr>
        <p:spPr>
          <a:xfrm xmlns:a="http://schemas.openxmlformats.org/drawingml/2006/main">
            <a:off x="7162800" y="3467100"/>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目的に合う種別を選び直す</a:t>
            </a:r>
          </a:p>
        </p:txBody>
      </p:sp>
      <p:sp>
        <p:nvSpPr>
          <p:cNvPr id="35" name="">
            <a:extLst xmlns:a="http://schemas.openxmlformats.org/drawingml/2006/main">
              <a:ext uri="{FF2B5EF4-FFF2-40B4-BE49-F238E27FC236}">
                <a16:creationId xmlns:a16="http://schemas.microsoft.com/office/drawing/2014/main" id="{9BC37DAF-17B2-4018-8D03-8B77585D69DA}"/>
              </a:ext>
            </a:extLst>
          </p:cNvPr>
          <p:cNvSpPr>
            <a:spLocks xmlns:a="http://schemas.openxmlformats.org/drawingml/2006/main" noGrp="1"/>
          </p:cNvSpPr>
          <p:nvPr/>
        </p:nvSpPr>
        <p:spPr>
          <a:xfrm xmlns:a="http://schemas.openxmlformats.org/drawingml/2006/main">
            <a:off x="609600" y="3905250"/>
            <a:ext cx="27622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6" name="text-pfdkxc">
            <a:extLst xmlns:a="http://schemas.openxmlformats.org/drawingml/2006/main">
              <a:ext uri="{FF2B5EF4-FFF2-40B4-BE49-F238E27FC236}">
                <a16:creationId xmlns:a16="http://schemas.microsoft.com/office/drawing/2014/main" id="{8D7711F0-74B0-45CC-9AC1-9A1657C686E6}"/>
              </a:ext>
            </a:extLst>
          </p:cNvPr>
          <p:cNvSpPr>
            <a:spLocks xmlns:a="http://schemas.openxmlformats.org/drawingml/2006/main" noGrp="1"/>
          </p:cNvSpPr>
          <p:nvPr/>
        </p:nvSpPr>
        <p:spPr>
          <a:xfrm xmlns:a="http://schemas.openxmlformats.org/drawingml/2006/main">
            <a:off x="685800" y="3933825"/>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Backlog HTTP 400</a:t>
            </a:r>
          </a:p>
        </p:txBody>
      </p:sp>
      <p:sp>
        <p:nvSpPr>
          <p:cNvPr id="37" name="">
            <a:extLst xmlns:a="http://schemas.openxmlformats.org/drawingml/2006/main">
              <a:ext uri="{FF2B5EF4-FFF2-40B4-BE49-F238E27FC236}">
                <a16:creationId xmlns:a16="http://schemas.microsoft.com/office/drawing/2014/main" id="{9E5AA2B1-85AD-4A81-B941-AFA4F7D7D614}"/>
              </a:ext>
            </a:extLst>
          </p:cNvPr>
          <p:cNvSpPr>
            <a:spLocks xmlns:a="http://schemas.openxmlformats.org/drawingml/2006/main" noGrp="1"/>
          </p:cNvSpPr>
          <p:nvPr/>
        </p:nvSpPr>
        <p:spPr>
          <a:xfrm xmlns:a="http://schemas.openxmlformats.org/drawingml/2006/main">
            <a:off x="3371850" y="3905250"/>
            <a:ext cx="37147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8" name="text-os2git">
            <a:extLst xmlns:a="http://schemas.openxmlformats.org/drawingml/2006/main">
              <a:ext uri="{FF2B5EF4-FFF2-40B4-BE49-F238E27FC236}">
                <a16:creationId xmlns:a16="http://schemas.microsoft.com/office/drawing/2014/main" id="{A6672979-59B0-49D0-A75F-7D75427E5873}"/>
              </a:ext>
            </a:extLst>
          </p:cNvPr>
          <p:cNvSpPr>
            <a:spLocks xmlns:a="http://schemas.openxmlformats.org/drawingml/2006/main" noGrp="1"/>
          </p:cNvSpPr>
          <p:nvPr/>
        </p:nvSpPr>
        <p:spPr>
          <a:xfrm xmlns:a="http://schemas.openxmlformats.org/drawingml/2006/main">
            <a:off x="3448050" y="3933825"/>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必須カスタム属性・接続設定</a:t>
            </a:r>
          </a:p>
        </p:txBody>
      </p:sp>
      <p:sp>
        <p:nvSpPr>
          <p:cNvPr id="39" name="">
            <a:extLst xmlns:a="http://schemas.openxmlformats.org/drawingml/2006/main">
              <a:ext uri="{FF2B5EF4-FFF2-40B4-BE49-F238E27FC236}">
                <a16:creationId xmlns:a16="http://schemas.microsoft.com/office/drawing/2014/main" id="{8B829A9B-FD17-4B9C-993A-A92323D17089}"/>
              </a:ext>
            </a:extLst>
          </p:cNvPr>
          <p:cNvSpPr>
            <a:spLocks xmlns:a="http://schemas.openxmlformats.org/drawingml/2006/main" noGrp="1"/>
          </p:cNvSpPr>
          <p:nvPr/>
        </p:nvSpPr>
        <p:spPr>
          <a:xfrm xmlns:a="http://schemas.openxmlformats.org/drawingml/2006/main">
            <a:off x="7086600" y="3905250"/>
            <a:ext cx="449580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0" name="text-syl2xm">
            <a:extLst xmlns:a="http://schemas.openxmlformats.org/drawingml/2006/main">
              <a:ext uri="{FF2B5EF4-FFF2-40B4-BE49-F238E27FC236}">
                <a16:creationId xmlns:a16="http://schemas.microsoft.com/office/drawing/2014/main" id="{66ADBD0E-995A-4472-AB56-B7893CF0444F}"/>
              </a:ext>
            </a:extLst>
          </p:cNvPr>
          <p:cNvSpPr>
            <a:spLocks xmlns:a="http://schemas.openxmlformats.org/drawingml/2006/main" noGrp="1"/>
          </p:cNvSpPr>
          <p:nvPr/>
        </p:nvSpPr>
        <p:spPr>
          <a:xfrm xmlns:a="http://schemas.openxmlformats.org/drawingml/2006/main">
            <a:off x="7162800" y="3933825"/>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エラー詳細と自治体を管理者へ</a:t>
            </a:r>
          </a:p>
        </p:txBody>
      </p:sp>
      <p:sp>
        <p:nvSpPr>
          <p:cNvPr id="41" name="">
            <a:extLst xmlns:a="http://schemas.openxmlformats.org/drawingml/2006/main">
              <a:ext uri="{FF2B5EF4-FFF2-40B4-BE49-F238E27FC236}">
                <a16:creationId xmlns:a16="http://schemas.microsoft.com/office/drawing/2014/main" id="{82776C61-AF1C-4AD7-A6A8-66DB1946D3AC}"/>
              </a:ext>
            </a:extLst>
          </p:cNvPr>
          <p:cNvSpPr>
            <a:spLocks xmlns:a="http://schemas.openxmlformats.org/drawingml/2006/main" noGrp="1"/>
          </p:cNvSpPr>
          <p:nvPr/>
        </p:nvSpPr>
        <p:spPr>
          <a:xfrm xmlns:a="http://schemas.openxmlformats.org/drawingml/2006/main">
            <a:off x="609600" y="4371975"/>
            <a:ext cx="27622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2" name="text-kbxfnz">
            <a:extLst xmlns:a="http://schemas.openxmlformats.org/drawingml/2006/main">
              <a:ext uri="{FF2B5EF4-FFF2-40B4-BE49-F238E27FC236}">
                <a16:creationId xmlns:a16="http://schemas.microsoft.com/office/drawing/2014/main" id="{36659EDB-8F35-44ED-A1DC-1F57E9212725}"/>
              </a:ext>
            </a:extLst>
          </p:cNvPr>
          <p:cNvSpPr>
            <a:spLocks xmlns:a="http://schemas.openxmlformats.org/drawingml/2006/main" noGrp="1"/>
          </p:cNvSpPr>
          <p:nvPr/>
        </p:nvSpPr>
        <p:spPr>
          <a:xfrm xmlns:a="http://schemas.openxmlformats.org/drawingml/2006/main">
            <a:off x="685800" y="4400550"/>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保存済みだが起票失敗</a:t>
            </a:r>
          </a:p>
        </p:txBody>
      </p:sp>
      <p:sp>
        <p:nvSpPr>
          <p:cNvPr id="43" name="">
            <a:extLst xmlns:a="http://schemas.openxmlformats.org/drawingml/2006/main">
              <a:ext uri="{FF2B5EF4-FFF2-40B4-BE49-F238E27FC236}">
                <a16:creationId xmlns:a16="http://schemas.microsoft.com/office/drawing/2014/main" id="{DFDEE708-9275-462C-B832-34DC48D83220}"/>
              </a:ext>
            </a:extLst>
          </p:cNvPr>
          <p:cNvSpPr>
            <a:spLocks xmlns:a="http://schemas.openxmlformats.org/drawingml/2006/main" noGrp="1"/>
          </p:cNvSpPr>
          <p:nvPr/>
        </p:nvSpPr>
        <p:spPr>
          <a:xfrm xmlns:a="http://schemas.openxmlformats.org/drawingml/2006/main">
            <a:off x="3371850" y="4371975"/>
            <a:ext cx="37147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4" name="text-owlike">
            <a:extLst xmlns:a="http://schemas.openxmlformats.org/drawingml/2006/main">
              <a:ext uri="{FF2B5EF4-FFF2-40B4-BE49-F238E27FC236}">
                <a16:creationId xmlns:a16="http://schemas.microsoft.com/office/drawing/2014/main" id="{1FF3FFC5-3831-4F5E-ADA4-AD5F42EC47EC}"/>
              </a:ext>
            </a:extLst>
          </p:cNvPr>
          <p:cNvSpPr>
            <a:spLocks xmlns:a="http://schemas.openxmlformats.org/drawingml/2006/main" noGrp="1"/>
          </p:cNvSpPr>
          <p:nvPr/>
        </p:nvSpPr>
        <p:spPr>
          <a:xfrm xmlns:a="http://schemas.openxmlformats.org/drawingml/2006/main">
            <a:off x="3448050" y="4400550"/>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Backlogに課題があるか</a:t>
            </a:r>
          </a:p>
        </p:txBody>
      </p:sp>
      <p:sp>
        <p:nvSpPr>
          <p:cNvPr id="45" name="">
            <a:extLst xmlns:a="http://schemas.openxmlformats.org/drawingml/2006/main">
              <a:ext uri="{FF2B5EF4-FFF2-40B4-BE49-F238E27FC236}">
                <a16:creationId xmlns:a16="http://schemas.microsoft.com/office/drawing/2014/main" id="{C3053DFC-FD2A-48C0-AC21-E9F79192E616}"/>
              </a:ext>
            </a:extLst>
          </p:cNvPr>
          <p:cNvSpPr>
            <a:spLocks xmlns:a="http://schemas.openxmlformats.org/drawingml/2006/main" noGrp="1"/>
          </p:cNvSpPr>
          <p:nvPr/>
        </p:nvSpPr>
        <p:spPr>
          <a:xfrm xmlns:a="http://schemas.openxmlformats.org/drawingml/2006/main">
            <a:off x="7086600" y="4371975"/>
            <a:ext cx="449580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46" name="text-lnwhjv">
            <a:extLst xmlns:a="http://schemas.openxmlformats.org/drawingml/2006/main">
              <a:ext uri="{FF2B5EF4-FFF2-40B4-BE49-F238E27FC236}">
                <a16:creationId xmlns:a16="http://schemas.microsoft.com/office/drawing/2014/main" id="{8D86F125-FA31-4903-BE15-C4833DCC3D0A}"/>
              </a:ext>
            </a:extLst>
          </p:cNvPr>
          <p:cNvSpPr>
            <a:spLocks xmlns:a="http://schemas.openxmlformats.org/drawingml/2006/main" noGrp="1"/>
          </p:cNvSpPr>
          <p:nvPr/>
        </p:nvSpPr>
        <p:spPr>
          <a:xfrm xmlns:a="http://schemas.openxmlformats.org/drawingml/2006/main">
            <a:off x="7162800" y="4400550"/>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二重登録せず依頼IDを連絡</a:t>
            </a:r>
          </a:p>
        </p:txBody>
      </p:sp>
      <p:sp>
        <p:nvSpPr>
          <p:cNvPr id="47" name="">
            <a:extLst xmlns:a="http://schemas.openxmlformats.org/drawingml/2006/main">
              <a:ext uri="{FF2B5EF4-FFF2-40B4-BE49-F238E27FC236}">
                <a16:creationId xmlns:a16="http://schemas.microsoft.com/office/drawing/2014/main" id="{41EAE91E-E617-45CD-A343-AB74C33A2BFC}"/>
              </a:ext>
            </a:extLst>
          </p:cNvPr>
          <p:cNvSpPr>
            <a:spLocks xmlns:a="http://schemas.openxmlformats.org/drawingml/2006/main" noGrp="1"/>
          </p:cNvSpPr>
          <p:nvPr/>
        </p:nvSpPr>
        <p:spPr>
          <a:xfrm xmlns:a="http://schemas.openxmlformats.org/drawingml/2006/main">
            <a:off x="609600" y="4838700"/>
            <a:ext cx="27622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8" name="text-xq8xgd">
            <a:extLst xmlns:a="http://schemas.openxmlformats.org/drawingml/2006/main">
              <a:ext uri="{FF2B5EF4-FFF2-40B4-BE49-F238E27FC236}">
                <a16:creationId xmlns:a16="http://schemas.microsoft.com/office/drawing/2014/main" id="{7C3F08F2-617B-47F3-BA8E-C4EC68D9AEF7}"/>
              </a:ext>
            </a:extLst>
          </p:cNvPr>
          <p:cNvSpPr>
            <a:spLocks xmlns:a="http://schemas.openxmlformats.org/drawingml/2006/main" noGrp="1"/>
          </p:cNvSpPr>
          <p:nvPr/>
        </p:nvSpPr>
        <p:spPr>
          <a:xfrm xmlns:a="http://schemas.openxmlformats.org/drawingml/2006/main">
            <a:off x="685800" y="4867275"/>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自動取得が失敗</a:t>
            </a:r>
          </a:p>
        </p:txBody>
      </p:sp>
      <p:sp>
        <p:nvSpPr>
          <p:cNvPr id="49" name="">
            <a:extLst xmlns:a="http://schemas.openxmlformats.org/drawingml/2006/main">
              <a:ext uri="{FF2B5EF4-FFF2-40B4-BE49-F238E27FC236}">
                <a16:creationId xmlns:a16="http://schemas.microsoft.com/office/drawing/2014/main" id="{26627330-E354-42E8-B273-626C224A4743}"/>
              </a:ext>
            </a:extLst>
          </p:cNvPr>
          <p:cNvSpPr>
            <a:spLocks xmlns:a="http://schemas.openxmlformats.org/drawingml/2006/main" noGrp="1"/>
          </p:cNvSpPr>
          <p:nvPr/>
        </p:nvSpPr>
        <p:spPr>
          <a:xfrm xmlns:a="http://schemas.openxmlformats.org/drawingml/2006/main">
            <a:off x="3371850" y="4838700"/>
            <a:ext cx="371475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0" name="text-mpppfw">
            <a:extLst xmlns:a="http://schemas.openxmlformats.org/drawingml/2006/main">
              <a:ext uri="{FF2B5EF4-FFF2-40B4-BE49-F238E27FC236}">
                <a16:creationId xmlns:a16="http://schemas.microsoft.com/office/drawing/2014/main" id="{AE6324F7-02B5-44EE-8B7F-22C36C347387}"/>
              </a:ext>
            </a:extLst>
          </p:cNvPr>
          <p:cNvSpPr>
            <a:spLocks xmlns:a="http://schemas.openxmlformats.org/drawingml/2006/main" noGrp="1"/>
          </p:cNvSpPr>
          <p:nvPr/>
        </p:nvSpPr>
        <p:spPr>
          <a:xfrm xmlns:a="http://schemas.openxmlformats.org/drawingml/2006/main">
            <a:off x="3448050" y="4867275"/>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更新履歴・OTP先・タスク結果</a:t>
            </a:r>
          </a:p>
        </p:txBody>
      </p:sp>
      <p:sp>
        <p:nvSpPr>
          <p:cNvPr id="51" name="">
            <a:extLst xmlns:a="http://schemas.openxmlformats.org/drawingml/2006/main">
              <a:ext uri="{FF2B5EF4-FFF2-40B4-BE49-F238E27FC236}">
                <a16:creationId xmlns:a16="http://schemas.microsoft.com/office/drawing/2014/main" id="{3692A8F3-245C-44EE-B63B-F0D6FD6EA896}"/>
              </a:ext>
            </a:extLst>
          </p:cNvPr>
          <p:cNvSpPr>
            <a:spLocks xmlns:a="http://schemas.openxmlformats.org/drawingml/2006/main" noGrp="1"/>
          </p:cNvSpPr>
          <p:nvPr/>
        </p:nvSpPr>
        <p:spPr>
          <a:xfrm xmlns:a="http://schemas.openxmlformats.org/drawingml/2006/main">
            <a:off x="7086600" y="4838700"/>
            <a:ext cx="4495800" cy="46672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52" name="text-u5efvp">
            <a:extLst xmlns:a="http://schemas.openxmlformats.org/drawingml/2006/main">
              <a:ext uri="{FF2B5EF4-FFF2-40B4-BE49-F238E27FC236}">
                <a16:creationId xmlns:a16="http://schemas.microsoft.com/office/drawing/2014/main" id="{6947570C-13A2-472E-AB77-8A0659A0EE63}"/>
              </a:ext>
            </a:extLst>
          </p:cNvPr>
          <p:cNvSpPr>
            <a:spLocks xmlns:a="http://schemas.openxmlformats.org/drawingml/2006/main" noGrp="1"/>
          </p:cNvSpPr>
          <p:nvPr/>
        </p:nvSpPr>
        <p:spPr>
          <a:xfrm xmlns:a="http://schemas.openxmlformats.org/drawingml/2006/main">
            <a:off x="7162800" y="4867275"/>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1自治体の手動取得で確認</a:t>
            </a:r>
          </a:p>
        </p:txBody>
      </p:sp>
      <p:sp>
        <p:nvSpPr>
          <p:cNvPr id="53" name="">
            <a:extLst xmlns:a="http://schemas.openxmlformats.org/drawingml/2006/main">
              <a:ext uri="{FF2B5EF4-FFF2-40B4-BE49-F238E27FC236}">
                <a16:creationId xmlns:a16="http://schemas.microsoft.com/office/drawing/2014/main" id="{90CB6F16-4383-4AAE-9107-E80C3C9B0AF3}"/>
              </a:ext>
            </a:extLst>
          </p:cNvPr>
          <p:cNvSpPr>
            <a:spLocks xmlns:a="http://schemas.openxmlformats.org/drawingml/2006/main" noGrp="1"/>
          </p:cNvSpPr>
          <p:nvPr/>
        </p:nvSpPr>
        <p:spPr>
          <a:xfrm xmlns:a="http://schemas.openxmlformats.org/drawingml/2006/main">
            <a:off x="609600" y="5305425"/>
            <a:ext cx="27622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4" name="text-xkim8r">
            <a:extLst xmlns:a="http://schemas.openxmlformats.org/drawingml/2006/main">
              <a:ext uri="{FF2B5EF4-FFF2-40B4-BE49-F238E27FC236}">
                <a16:creationId xmlns:a16="http://schemas.microsoft.com/office/drawing/2014/main" id="{8A2D8F9A-770B-47F1-86D5-164FC9772523}"/>
              </a:ext>
            </a:extLst>
          </p:cNvPr>
          <p:cNvSpPr>
            <a:spLocks xmlns:a="http://schemas.openxmlformats.org/drawingml/2006/main" noGrp="1"/>
          </p:cNvSpPr>
          <p:nvPr/>
        </p:nvSpPr>
        <p:spPr>
          <a:xfrm xmlns:a="http://schemas.openxmlformats.org/drawingml/2006/main">
            <a:off x="685800" y="5334000"/>
            <a:ext cx="2609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0F1720"/>
                </a:solidFill>
              </a:defRPr>
            </a:pPr>
            <a:r>
              <a:rPr sz="975" b="1">
                <a:solidFill>
                  <a:srgbClr val="0F1720"/>
                </a:solidFill>
              </a:rPr>
              <a:t>全自治体マスタが少ない</a:t>
            </a:r>
          </a:p>
        </p:txBody>
      </p:sp>
      <p:sp>
        <p:nvSpPr>
          <p:cNvPr id="55" name="">
            <a:extLst xmlns:a="http://schemas.openxmlformats.org/drawingml/2006/main">
              <a:ext uri="{FF2B5EF4-FFF2-40B4-BE49-F238E27FC236}">
                <a16:creationId xmlns:a16="http://schemas.microsoft.com/office/drawing/2014/main" id="{D5EBCA18-269D-4161-97D8-D0C1DB9E8C6B}"/>
              </a:ext>
            </a:extLst>
          </p:cNvPr>
          <p:cNvSpPr>
            <a:spLocks xmlns:a="http://schemas.openxmlformats.org/drawingml/2006/main" noGrp="1"/>
          </p:cNvSpPr>
          <p:nvPr/>
        </p:nvSpPr>
        <p:spPr>
          <a:xfrm xmlns:a="http://schemas.openxmlformats.org/drawingml/2006/main">
            <a:off x="3371850" y="5305425"/>
            <a:ext cx="371475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6" name="text-7jmxgx">
            <a:extLst xmlns:a="http://schemas.openxmlformats.org/drawingml/2006/main">
              <a:ext uri="{FF2B5EF4-FFF2-40B4-BE49-F238E27FC236}">
                <a16:creationId xmlns:a16="http://schemas.microsoft.com/office/drawing/2014/main" id="{C2DA0CD9-6A58-4847-BDF7-795145D33FAB}"/>
              </a:ext>
            </a:extLst>
          </p:cNvPr>
          <p:cNvSpPr>
            <a:spLocks xmlns:a="http://schemas.openxmlformats.org/drawingml/2006/main" noGrp="1"/>
          </p:cNvSpPr>
          <p:nvPr/>
        </p:nvSpPr>
        <p:spPr>
          <a:xfrm xmlns:a="http://schemas.openxmlformats.org/drawingml/2006/main">
            <a:off x="3448050" y="5334000"/>
            <a:ext cx="3562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夜間処理中／更新失敗</a:t>
            </a:r>
          </a:p>
        </p:txBody>
      </p:sp>
      <p:sp>
        <p:nvSpPr>
          <p:cNvPr id="57" name="">
            <a:extLst xmlns:a="http://schemas.openxmlformats.org/drawingml/2006/main">
              <a:ext uri="{FF2B5EF4-FFF2-40B4-BE49-F238E27FC236}">
                <a16:creationId xmlns:a16="http://schemas.microsoft.com/office/drawing/2014/main" id="{574F247A-9432-48DA-A50F-99BAE1E16F5D}"/>
              </a:ext>
            </a:extLst>
          </p:cNvPr>
          <p:cNvSpPr>
            <a:spLocks xmlns:a="http://schemas.openxmlformats.org/drawingml/2006/main" noGrp="1"/>
          </p:cNvSpPr>
          <p:nvPr/>
        </p:nvSpPr>
        <p:spPr>
          <a:xfrm xmlns:a="http://schemas.openxmlformats.org/drawingml/2006/main">
            <a:off x="7086600" y="5305425"/>
            <a:ext cx="4495800" cy="466725"/>
          </a:xfrm>
          <a:prstGeom xmlns:a="http://schemas.openxmlformats.org/drawingml/2006/main" prst="rect">
            <a:avLst/>
          </a:prstGeom>
          <a:solidFill xmlns:a="http://schemas.openxmlformats.org/drawingml/2006/main">
            <a:srgbClr val="F7F9FB"/>
          </a:solidFill>
          <a:ln xmlns:a="http://schemas.openxmlformats.org/drawingml/2006/main" w="9525">
            <a:solidFill>
              <a:srgbClr val="B8BCC4"/>
            </a:solidFill>
            <a:prstDash val="solid"/>
          </a:ln>
        </p:spPr>
      </p:sp>
      <p:sp>
        <p:nvSpPr>
          <p:cNvPr id="58" name="text-zskqz7">
            <a:extLst xmlns:a="http://schemas.openxmlformats.org/drawingml/2006/main">
              <a:ext uri="{FF2B5EF4-FFF2-40B4-BE49-F238E27FC236}">
                <a16:creationId xmlns:a16="http://schemas.microsoft.com/office/drawing/2014/main" id="{A7348F5A-0903-441E-87BA-A684E5E90DFF}"/>
              </a:ext>
            </a:extLst>
          </p:cNvPr>
          <p:cNvSpPr>
            <a:spLocks xmlns:a="http://schemas.openxmlformats.org/drawingml/2006/main" noGrp="1"/>
          </p:cNvSpPr>
          <p:nvPr/>
        </p:nvSpPr>
        <p:spPr>
          <a:xfrm xmlns:a="http://schemas.openxmlformats.org/drawingml/2006/main">
            <a:off x="7162800" y="5334000"/>
            <a:ext cx="4343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2606D"/>
                </a:solidFill>
              </a:defRPr>
            </a:pPr>
            <a:r>
              <a:rPr sz="975" b="0">
                <a:solidFill>
                  <a:srgbClr val="52606D"/>
                </a:solidFill>
              </a:rPr>
              <a:t>更新完了後の件数と履歴を確認</a:t>
            </a:r>
          </a:p>
        </p:txBody>
      </p:sp>
      <p:sp>
        <p:nvSpPr>
          <p:cNvPr id="59" name="text-0kihch">
            <a:extLst xmlns:a="http://schemas.openxmlformats.org/drawingml/2006/main">
              <a:ext uri="{FF2B5EF4-FFF2-40B4-BE49-F238E27FC236}">
                <a16:creationId xmlns:a16="http://schemas.microsoft.com/office/drawing/2014/main" id="{0A5804B8-7BA7-4A05-BF49-4991FD9D05E7}"/>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28</a:t>
            </a:r>
          </a:p>
        </p:txBody>
      </p:sp>
    </p:spTree>
    <p:extLst>
      <p:ext uri="{BB962C8B-B14F-4D97-AF65-F5344CB8AC3E}">
        <p14:creationId xmlns:p14="http://schemas.microsoft.com/office/powerpoint/2010/main" val="7031225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m6wobb">
            <a:extLst xmlns:a="http://schemas.openxmlformats.org/drawingml/2006/main">
              <a:ext uri="{FF2B5EF4-FFF2-40B4-BE49-F238E27FC236}">
                <a16:creationId xmlns:a16="http://schemas.microsoft.com/office/drawing/2014/main" id="{66EE0D89-72F7-4E6A-A8B1-EC4455CD815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defRPr>
            </a:pPr>
            <a:r>
              <a:rPr sz="975" b="1">
                <a:solidFill>
                  <a:srgbClr val="3D8DFF"/>
                </a:solidFill>
              </a:rPr>
              <a:t>28 / SECURITY</a:t>
            </a:r>
          </a:p>
        </p:txBody>
      </p:sp>
      <p:sp>
        <p:nvSpPr>
          <p:cNvPr id="2" name="text-i115c0">
            <a:extLst xmlns:a="http://schemas.openxmlformats.org/drawingml/2006/main">
              <a:ext uri="{FF2B5EF4-FFF2-40B4-BE49-F238E27FC236}">
                <a16:creationId xmlns:a16="http://schemas.microsoft.com/office/drawing/2014/main" id="{047E2D76-1016-4212-957B-A355A076D808}"/>
              </a:ext>
            </a:extLst>
          </p:cNvPr>
          <p:cNvSpPr>
            <a:spLocks xmlns:a="http://schemas.openxmlformats.org/drawingml/2006/main" noGrp="1"/>
          </p:cNvSpPr>
          <p:nvPr/>
        </p:nvSpPr>
        <p:spPr>
          <a:xfrm xmlns:a="http://schemas.openxmlformats.org/drawingml/2006/main">
            <a:off x="609600" y="514350"/>
            <a:ext cx="10972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a:solidFill>
                  <a:srgbClr val="0F1720"/>
                </a:solidFill>
              </a:defRPr>
            </a:pPr>
            <a:r>
              <a:rPr sz="2700" b="1">
                <a:solidFill>
                  <a:srgbClr val="0F1720"/>
                </a:solidFill>
              </a:rPr>
              <a:t>秘密情報と変更履歴を分けて管理する</a:t>
            </a:r>
          </a:p>
        </p:txBody>
      </p:sp>
      <p:sp>
        <p:nvSpPr>
          <p:cNvPr id="3" name="text-55sem8">
            <a:extLst xmlns:a="http://schemas.openxmlformats.org/drawingml/2006/main">
              <a:ext uri="{FF2B5EF4-FFF2-40B4-BE49-F238E27FC236}">
                <a16:creationId xmlns:a16="http://schemas.microsoft.com/office/drawing/2014/main" id="{A47C6611-C03C-4337-978B-2D9315273D9B}"/>
              </a:ext>
            </a:extLst>
          </p:cNvPr>
          <p:cNvSpPr>
            <a:spLocks xmlns:a="http://schemas.openxmlformats.org/drawingml/2006/main" noGrp="1"/>
          </p:cNvSpPr>
          <p:nvPr/>
        </p:nvSpPr>
        <p:spPr>
          <a:xfrm xmlns:a="http://schemas.openxmlformats.org/drawingml/2006/main">
            <a:off x="609600" y="1066800"/>
            <a:ext cx="10972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2606D"/>
                </a:solidFill>
              </a:defRPr>
            </a:pPr>
            <a:r>
              <a:rPr sz="1275" b="0">
                <a:solidFill>
                  <a:srgbClr val="52606D"/>
                </a:solidFill>
              </a:rPr>
              <a:t>チャットや一般シートへ認証情報を貼らないことが最優先です。</a:t>
            </a:r>
          </a:p>
        </p:txBody>
      </p:sp>
      <p:sp>
        <p:nvSpPr>
          <p:cNvPr id="4" name="">
            <a:extLst xmlns:a="http://schemas.openxmlformats.org/drawingml/2006/main">
              <a:ext uri="{FF2B5EF4-FFF2-40B4-BE49-F238E27FC236}">
                <a16:creationId xmlns:a16="http://schemas.microsoft.com/office/drawing/2014/main" id="{7F61D7A2-B8DE-45DB-874D-A40368A5D3A7}"/>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8D0FE9A-BCBC-4A8D-AC9A-5E7D1AB70600}"/>
              </a:ext>
            </a:extLst>
          </p:cNvPr>
          <p:cNvSpPr>
            <a:spLocks xmlns:a="http://schemas.openxmlformats.org/drawingml/2006/main" noGrp="1"/>
          </p:cNvSpPr>
          <p:nvPr/>
        </p:nvSpPr>
        <p:spPr>
          <a:xfrm xmlns:a="http://schemas.openxmlformats.org/drawingml/2006/main">
            <a:off x="666750" y="1809750"/>
            <a:ext cx="504825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21875A"/>
            </a:solidFill>
            <a:prstDash val="solid"/>
          </a:ln>
        </p:spPr>
      </p:sp>
      <p:sp>
        <p:nvSpPr>
          <p:cNvPr id="6" name="">
            <a:extLst xmlns:a="http://schemas.openxmlformats.org/drawingml/2006/main">
              <a:ext uri="{FF2B5EF4-FFF2-40B4-BE49-F238E27FC236}">
                <a16:creationId xmlns:a16="http://schemas.microsoft.com/office/drawing/2014/main" id="{81CD7280-50B6-40A3-939A-A5E878D7700D}"/>
              </a:ext>
            </a:extLst>
          </p:cNvPr>
          <p:cNvSpPr>
            <a:spLocks xmlns:a="http://schemas.openxmlformats.org/drawingml/2006/main" noGrp="1"/>
          </p:cNvSpPr>
          <p:nvPr/>
        </p:nvSpPr>
        <p:spPr>
          <a:xfrm xmlns:a="http://schemas.openxmlformats.org/drawingml/2006/main">
            <a:off x="876300" y="2019300"/>
            <a:ext cx="1238250" cy="285750"/>
          </a:xfrm>
          <a:prstGeom xmlns:a="http://schemas.openxmlformats.org/drawingml/2006/main" prst="roundRect">
            <a:avLst>
              <a:gd name="adj" fmla="val 40000"/>
            </a:avLst>
          </a:prstGeom>
          <a:solidFill xmlns:a="http://schemas.openxmlformats.org/drawingml/2006/main">
            <a:srgbClr val="21875A"/>
          </a:solidFill>
          <a:ln xmlns:a="http://schemas.openxmlformats.org/drawingml/2006/main" w="9525">
            <a:solidFill>
              <a:srgbClr val="21875A"/>
            </a:solidFill>
            <a:prstDash val="solid"/>
          </a:ln>
        </p:spPr>
      </p:sp>
      <p:sp>
        <p:nvSpPr>
          <p:cNvPr id="7" name="text-fl8sce">
            <a:extLst xmlns:a="http://schemas.openxmlformats.org/drawingml/2006/main">
              <a:ext uri="{FF2B5EF4-FFF2-40B4-BE49-F238E27FC236}">
                <a16:creationId xmlns:a16="http://schemas.microsoft.com/office/drawing/2014/main" id="{6D17F6A1-A099-40B0-BA91-6710296A668D}"/>
              </a:ext>
            </a:extLst>
          </p:cNvPr>
          <p:cNvSpPr>
            <a:spLocks xmlns:a="http://schemas.openxmlformats.org/drawingml/2006/main" noGrp="1"/>
          </p:cNvSpPr>
          <p:nvPr/>
        </p:nvSpPr>
        <p:spPr>
          <a:xfrm xmlns:a="http://schemas.openxmlformats.org/drawingml/2006/main">
            <a:off x="876300" y="20193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共有してよい</a:t>
            </a:r>
          </a:p>
        </p:txBody>
      </p:sp>
      <p:sp>
        <p:nvSpPr>
          <p:cNvPr id="8" name="">
            <a:extLst xmlns:a="http://schemas.openxmlformats.org/drawingml/2006/main">
              <a:ext uri="{FF2B5EF4-FFF2-40B4-BE49-F238E27FC236}">
                <a16:creationId xmlns:a16="http://schemas.microsoft.com/office/drawing/2014/main" id="{0C2A1164-2191-4B38-82FC-40B78173F8C3}"/>
              </a:ext>
            </a:extLst>
          </p:cNvPr>
          <p:cNvSpPr>
            <a:spLocks xmlns:a="http://schemas.openxmlformats.org/drawingml/2006/main" noGrp="1"/>
          </p:cNvSpPr>
          <p:nvPr/>
        </p:nvSpPr>
        <p:spPr>
          <a:xfrm xmlns:a="http://schemas.openxmlformats.org/drawingml/2006/main">
            <a:off x="895350" y="27527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9" name="text-mv9hki">
            <a:extLst xmlns:a="http://schemas.openxmlformats.org/drawingml/2006/main">
              <a:ext uri="{FF2B5EF4-FFF2-40B4-BE49-F238E27FC236}">
                <a16:creationId xmlns:a16="http://schemas.microsoft.com/office/drawing/2014/main" id="{B68910EB-4A5F-4BE1-9CF6-02C360C744C2}"/>
              </a:ext>
            </a:extLst>
          </p:cNvPr>
          <p:cNvSpPr>
            <a:spLocks xmlns:a="http://schemas.openxmlformats.org/drawingml/2006/main" noGrp="1"/>
          </p:cNvSpPr>
          <p:nvPr/>
        </p:nvSpPr>
        <p:spPr>
          <a:xfrm xmlns:a="http://schemas.openxmlformats.org/drawingml/2006/main">
            <a:off x="1104900" y="264795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自治体名・自治体ID</a:t>
            </a:r>
          </a:p>
        </p:txBody>
      </p:sp>
      <p:sp>
        <p:nvSpPr>
          <p:cNvPr id="10" name="">
            <a:extLst xmlns:a="http://schemas.openxmlformats.org/drawingml/2006/main">
              <a:ext uri="{FF2B5EF4-FFF2-40B4-BE49-F238E27FC236}">
                <a16:creationId xmlns:a16="http://schemas.microsoft.com/office/drawing/2014/main" id="{59371852-1B41-4334-ABC2-31AF2AF878C4}"/>
              </a:ext>
            </a:extLst>
          </p:cNvPr>
          <p:cNvSpPr>
            <a:spLocks xmlns:a="http://schemas.openxmlformats.org/drawingml/2006/main" noGrp="1"/>
          </p:cNvSpPr>
          <p:nvPr/>
        </p:nvSpPr>
        <p:spPr>
          <a:xfrm xmlns:a="http://schemas.openxmlformats.org/drawingml/2006/main">
            <a:off x="895350" y="32670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11" name="text-bgyfcp">
            <a:extLst xmlns:a="http://schemas.openxmlformats.org/drawingml/2006/main">
              <a:ext uri="{FF2B5EF4-FFF2-40B4-BE49-F238E27FC236}">
                <a16:creationId xmlns:a16="http://schemas.microsoft.com/office/drawing/2014/main" id="{A0DA7A60-8BE7-4851-B941-1A47727131B0}"/>
              </a:ext>
            </a:extLst>
          </p:cNvPr>
          <p:cNvSpPr>
            <a:spLocks xmlns:a="http://schemas.openxmlformats.org/drawingml/2006/main" noGrp="1"/>
          </p:cNvSpPr>
          <p:nvPr/>
        </p:nvSpPr>
        <p:spPr>
          <a:xfrm xmlns:a="http://schemas.openxmlformats.org/drawingml/2006/main">
            <a:off x="1104900" y="31623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シート名・課題キー</a:t>
            </a:r>
          </a:p>
        </p:txBody>
      </p:sp>
      <p:sp>
        <p:nvSpPr>
          <p:cNvPr id="12" name="">
            <a:extLst xmlns:a="http://schemas.openxmlformats.org/drawingml/2006/main">
              <a:ext uri="{FF2B5EF4-FFF2-40B4-BE49-F238E27FC236}">
                <a16:creationId xmlns:a16="http://schemas.microsoft.com/office/drawing/2014/main" id="{AB24DBF5-D16A-4F5C-9D33-DE1C040D6D24}"/>
              </a:ext>
            </a:extLst>
          </p:cNvPr>
          <p:cNvSpPr>
            <a:spLocks xmlns:a="http://schemas.openxmlformats.org/drawingml/2006/main" noGrp="1"/>
          </p:cNvSpPr>
          <p:nvPr/>
        </p:nvSpPr>
        <p:spPr>
          <a:xfrm xmlns:a="http://schemas.openxmlformats.org/drawingml/2006/main">
            <a:off x="895350" y="378142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13" name="text-5kw3tc">
            <a:extLst xmlns:a="http://schemas.openxmlformats.org/drawingml/2006/main">
              <a:ext uri="{FF2B5EF4-FFF2-40B4-BE49-F238E27FC236}">
                <a16:creationId xmlns:a16="http://schemas.microsoft.com/office/drawing/2014/main" id="{3531EC8B-2F41-44F3-A68E-6A10DEA1C551}"/>
              </a:ext>
            </a:extLst>
          </p:cNvPr>
          <p:cNvSpPr>
            <a:spLocks xmlns:a="http://schemas.openxmlformats.org/drawingml/2006/main" noGrp="1"/>
          </p:cNvSpPr>
          <p:nvPr/>
        </p:nvSpPr>
        <p:spPr>
          <a:xfrm xmlns:a="http://schemas.openxmlformats.org/drawingml/2006/main">
            <a:off x="1104900" y="367665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エラー文（秘密情報を除く）</a:t>
            </a:r>
          </a:p>
        </p:txBody>
      </p:sp>
      <p:sp>
        <p:nvSpPr>
          <p:cNvPr id="14" name="">
            <a:extLst xmlns:a="http://schemas.openxmlformats.org/drawingml/2006/main">
              <a:ext uri="{FF2B5EF4-FFF2-40B4-BE49-F238E27FC236}">
                <a16:creationId xmlns:a16="http://schemas.microsoft.com/office/drawing/2014/main" id="{33C9E0FD-BBC2-48C3-B5F5-1FBB2BCFC515}"/>
              </a:ext>
            </a:extLst>
          </p:cNvPr>
          <p:cNvSpPr>
            <a:spLocks xmlns:a="http://schemas.openxmlformats.org/drawingml/2006/main" noGrp="1"/>
          </p:cNvSpPr>
          <p:nvPr/>
        </p:nvSpPr>
        <p:spPr>
          <a:xfrm xmlns:a="http://schemas.openxmlformats.org/drawingml/2006/main">
            <a:off x="895350" y="4295775"/>
            <a:ext cx="76200" cy="76200"/>
          </a:xfrm>
          <a:prstGeom xmlns:a="http://schemas.openxmlformats.org/drawingml/2006/main" prst="roundRect">
            <a:avLst>
              <a:gd name="adj" fmla="val 50000"/>
            </a:avLst>
          </a:prstGeom>
          <a:solidFill xmlns:a="http://schemas.openxmlformats.org/drawingml/2006/main">
            <a:srgbClr val="21875A"/>
          </a:solidFill>
          <a:ln xmlns:a="http://schemas.openxmlformats.org/drawingml/2006/main" w="9525">
            <a:solidFill>
              <a:srgbClr val="21875A"/>
            </a:solidFill>
            <a:prstDash val="solid"/>
          </a:ln>
        </p:spPr>
      </p:sp>
      <p:sp>
        <p:nvSpPr>
          <p:cNvPr id="15" name="text-2dujd7">
            <a:extLst xmlns:a="http://schemas.openxmlformats.org/drawingml/2006/main">
              <a:ext uri="{FF2B5EF4-FFF2-40B4-BE49-F238E27FC236}">
                <a16:creationId xmlns:a16="http://schemas.microsoft.com/office/drawing/2014/main" id="{36FA3822-F519-41B9-8C3B-5B4B1B63FE42}"/>
              </a:ext>
            </a:extLst>
          </p:cNvPr>
          <p:cNvSpPr>
            <a:spLocks xmlns:a="http://schemas.openxmlformats.org/drawingml/2006/main" noGrp="1"/>
          </p:cNvSpPr>
          <p:nvPr/>
        </p:nvSpPr>
        <p:spPr>
          <a:xfrm xmlns:a="http://schemas.openxmlformats.org/drawingml/2006/main">
            <a:off x="1104900" y="41910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処理時刻・取得件数</a:t>
            </a:r>
          </a:p>
        </p:txBody>
      </p:sp>
      <p:sp>
        <p:nvSpPr>
          <p:cNvPr id="16" name="">
            <a:extLst xmlns:a="http://schemas.openxmlformats.org/drawingml/2006/main">
              <a:ext uri="{FF2B5EF4-FFF2-40B4-BE49-F238E27FC236}">
                <a16:creationId xmlns:a16="http://schemas.microsoft.com/office/drawing/2014/main" id="{EAF1C88E-037A-4F92-8F27-5A63C8284322}"/>
              </a:ext>
            </a:extLst>
          </p:cNvPr>
          <p:cNvSpPr>
            <a:spLocks xmlns:a="http://schemas.openxmlformats.org/drawingml/2006/main" noGrp="1"/>
          </p:cNvSpPr>
          <p:nvPr/>
        </p:nvSpPr>
        <p:spPr>
          <a:xfrm xmlns:a="http://schemas.openxmlformats.org/drawingml/2006/main">
            <a:off x="6096000" y="1809750"/>
            <a:ext cx="504825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D83A42"/>
            </a:solidFill>
            <a:prstDash val="solid"/>
          </a:ln>
        </p:spPr>
      </p:sp>
      <p:sp>
        <p:nvSpPr>
          <p:cNvPr id="17" name="">
            <a:extLst xmlns:a="http://schemas.openxmlformats.org/drawingml/2006/main">
              <a:ext uri="{FF2B5EF4-FFF2-40B4-BE49-F238E27FC236}">
                <a16:creationId xmlns:a16="http://schemas.microsoft.com/office/drawing/2014/main" id="{3671A374-FFDE-40BB-B448-0B2E552278BE}"/>
              </a:ext>
            </a:extLst>
          </p:cNvPr>
          <p:cNvSpPr>
            <a:spLocks xmlns:a="http://schemas.openxmlformats.org/drawingml/2006/main" noGrp="1"/>
          </p:cNvSpPr>
          <p:nvPr/>
        </p:nvSpPr>
        <p:spPr>
          <a:xfrm xmlns:a="http://schemas.openxmlformats.org/drawingml/2006/main">
            <a:off x="6305550" y="2019300"/>
            <a:ext cx="1238250" cy="285750"/>
          </a:xfrm>
          <a:prstGeom xmlns:a="http://schemas.openxmlformats.org/drawingml/2006/main" prst="roundRect">
            <a:avLst>
              <a:gd name="adj" fmla="val 40000"/>
            </a:avLst>
          </a:prstGeom>
          <a:solidFill xmlns:a="http://schemas.openxmlformats.org/drawingml/2006/main">
            <a:srgbClr val="D83A42"/>
          </a:solidFill>
          <a:ln xmlns:a="http://schemas.openxmlformats.org/drawingml/2006/main" w="9525">
            <a:solidFill>
              <a:srgbClr val="D83A42"/>
            </a:solidFill>
            <a:prstDash val="solid"/>
          </a:ln>
        </p:spPr>
      </p:sp>
      <p:sp>
        <p:nvSpPr>
          <p:cNvPr id="18" name="text-l0eyef">
            <a:extLst xmlns:a="http://schemas.openxmlformats.org/drawingml/2006/main">
              <a:ext uri="{FF2B5EF4-FFF2-40B4-BE49-F238E27FC236}">
                <a16:creationId xmlns:a16="http://schemas.microsoft.com/office/drawing/2014/main" id="{DAC18766-0581-44F6-8272-113141EEC226}"/>
              </a:ext>
            </a:extLst>
          </p:cNvPr>
          <p:cNvSpPr>
            <a:spLocks xmlns:a="http://schemas.openxmlformats.org/drawingml/2006/main" noGrp="1"/>
          </p:cNvSpPr>
          <p:nvPr/>
        </p:nvSpPr>
        <p:spPr>
          <a:xfrm xmlns:a="http://schemas.openxmlformats.org/drawingml/2006/main">
            <a:off x="6305550" y="20193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共有しない</a:t>
            </a:r>
          </a:p>
        </p:txBody>
      </p:sp>
      <p:sp>
        <p:nvSpPr>
          <p:cNvPr id="19" name="">
            <a:extLst xmlns:a="http://schemas.openxmlformats.org/drawingml/2006/main">
              <a:ext uri="{FF2B5EF4-FFF2-40B4-BE49-F238E27FC236}">
                <a16:creationId xmlns:a16="http://schemas.microsoft.com/office/drawing/2014/main" id="{89332AD3-6CA0-43E9-BEE8-DB66216D4C22}"/>
              </a:ext>
            </a:extLst>
          </p:cNvPr>
          <p:cNvSpPr>
            <a:spLocks xmlns:a="http://schemas.openxmlformats.org/drawingml/2006/main" noGrp="1"/>
          </p:cNvSpPr>
          <p:nvPr/>
        </p:nvSpPr>
        <p:spPr>
          <a:xfrm xmlns:a="http://schemas.openxmlformats.org/drawingml/2006/main">
            <a:off x="6324600" y="275272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0" name="text-9vdhtb">
            <a:extLst xmlns:a="http://schemas.openxmlformats.org/drawingml/2006/main">
              <a:ext uri="{FF2B5EF4-FFF2-40B4-BE49-F238E27FC236}">
                <a16:creationId xmlns:a16="http://schemas.microsoft.com/office/drawing/2014/main" id="{937BEA7A-C550-46DB-9C95-8A74337DF9B3}"/>
              </a:ext>
            </a:extLst>
          </p:cNvPr>
          <p:cNvSpPr>
            <a:spLocks xmlns:a="http://schemas.openxmlformats.org/drawingml/2006/main" noGrp="1"/>
          </p:cNvSpPr>
          <p:nvPr/>
        </p:nvSpPr>
        <p:spPr>
          <a:xfrm xmlns:a="http://schemas.openxmlformats.org/drawingml/2006/main">
            <a:off x="6534150" y="264795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F1720"/>
                </a:solidFill>
              </a:defRPr>
            </a:pPr>
            <a:r>
              <a:rPr sz="1275" b="1">
                <a:solidFill>
                  <a:srgbClr val="0F1720"/>
                </a:solidFill>
              </a:rPr>
              <a:t>チョイスID・パスワード</a:t>
            </a:r>
          </a:p>
        </p:txBody>
      </p:sp>
      <p:sp>
        <p:nvSpPr>
          <p:cNvPr id="21" name="">
            <a:extLst xmlns:a="http://schemas.openxmlformats.org/drawingml/2006/main">
              <a:ext uri="{FF2B5EF4-FFF2-40B4-BE49-F238E27FC236}">
                <a16:creationId xmlns:a16="http://schemas.microsoft.com/office/drawing/2014/main" id="{EB631469-E816-48F6-9FCE-4DCAE0C496A6}"/>
              </a:ext>
            </a:extLst>
          </p:cNvPr>
          <p:cNvSpPr>
            <a:spLocks xmlns:a="http://schemas.openxmlformats.org/drawingml/2006/main" noGrp="1"/>
          </p:cNvSpPr>
          <p:nvPr/>
        </p:nvSpPr>
        <p:spPr>
          <a:xfrm xmlns:a="http://schemas.openxmlformats.org/drawingml/2006/main">
            <a:off x="6324600" y="32670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2" name="text-zwkhti">
            <a:extLst xmlns:a="http://schemas.openxmlformats.org/drawingml/2006/main">
              <a:ext uri="{FF2B5EF4-FFF2-40B4-BE49-F238E27FC236}">
                <a16:creationId xmlns:a16="http://schemas.microsoft.com/office/drawing/2014/main" id="{F3B21165-BBF6-40D2-8ADF-5286EB84D318}"/>
              </a:ext>
            </a:extLst>
          </p:cNvPr>
          <p:cNvSpPr>
            <a:spLocks xmlns:a="http://schemas.openxmlformats.org/drawingml/2006/main" noGrp="1"/>
          </p:cNvSpPr>
          <p:nvPr/>
        </p:nvSpPr>
        <p:spPr>
          <a:xfrm xmlns:a="http://schemas.openxmlformats.org/drawingml/2006/main">
            <a:off x="6534150" y="31623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APIキー・OAuthトークン</a:t>
            </a:r>
          </a:p>
        </p:txBody>
      </p:sp>
      <p:sp>
        <p:nvSpPr>
          <p:cNvPr id="23" name="">
            <a:extLst xmlns:a="http://schemas.openxmlformats.org/drawingml/2006/main">
              <a:ext uri="{FF2B5EF4-FFF2-40B4-BE49-F238E27FC236}">
                <a16:creationId xmlns:a16="http://schemas.microsoft.com/office/drawing/2014/main" id="{E9F6A044-55C7-4F27-8AD4-19AFD0B44FA4}"/>
              </a:ext>
            </a:extLst>
          </p:cNvPr>
          <p:cNvSpPr>
            <a:spLocks xmlns:a="http://schemas.openxmlformats.org/drawingml/2006/main" noGrp="1"/>
          </p:cNvSpPr>
          <p:nvPr/>
        </p:nvSpPr>
        <p:spPr>
          <a:xfrm xmlns:a="http://schemas.openxmlformats.org/drawingml/2006/main">
            <a:off x="6324600" y="378142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4" name="text-n1z3f2">
            <a:extLst xmlns:a="http://schemas.openxmlformats.org/drawingml/2006/main">
              <a:ext uri="{FF2B5EF4-FFF2-40B4-BE49-F238E27FC236}">
                <a16:creationId xmlns:a16="http://schemas.microsoft.com/office/drawing/2014/main" id="{1C9FBFA4-4802-4D44-9108-C91BAC628825}"/>
              </a:ext>
            </a:extLst>
          </p:cNvPr>
          <p:cNvSpPr>
            <a:spLocks xmlns:a="http://schemas.openxmlformats.org/drawingml/2006/main" noGrp="1"/>
          </p:cNvSpPr>
          <p:nvPr/>
        </p:nvSpPr>
        <p:spPr>
          <a:xfrm xmlns:a="http://schemas.openxmlformats.org/drawingml/2006/main">
            <a:off x="6534150" y="367665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GoogleサービスアカウントJSON</a:t>
            </a:r>
          </a:p>
        </p:txBody>
      </p:sp>
      <p:sp>
        <p:nvSpPr>
          <p:cNvPr id="25" name="">
            <a:extLst xmlns:a="http://schemas.openxmlformats.org/drawingml/2006/main">
              <a:ext uri="{FF2B5EF4-FFF2-40B4-BE49-F238E27FC236}">
                <a16:creationId xmlns:a16="http://schemas.microsoft.com/office/drawing/2014/main" id="{62020268-C64A-4483-B1A2-DE6C81E50804}"/>
              </a:ext>
            </a:extLst>
          </p:cNvPr>
          <p:cNvSpPr>
            <a:spLocks xmlns:a="http://schemas.openxmlformats.org/drawingml/2006/main" noGrp="1"/>
          </p:cNvSpPr>
          <p:nvPr/>
        </p:nvSpPr>
        <p:spPr>
          <a:xfrm xmlns:a="http://schemas.openxmlformats.org/drawingml/2006/main">
            <a:off x="6324600" y="4295775"/>
            <a:ext cx="76200" cy="76200"/>
          </a:xfrm>
          <a:prstGeom xmlns:a="http://schemas.openxmlformats.org/drawingml/2006/main" prst="roundRect">
            <a:avLst>
              <a:gd name="adj" fmla="val 50000"/>
            </a:avLst>
          </a:prstGeom>
          <a:solidFill xmlns:a="http://schemas.openxmlformats.org/drawingml/2006/main">
            <a:srgbClr val="D83A42"/>
          </a:solidFill>
          <a:ln xmlns:a="http://schemas.openxmlformats.org/drawingml/2006/main" w="9525">
            <a:solidFill>
              <a:srgbClr val="D83A42"/>
            </a:solidFill>
            <a:prstDash val="solid"/>
          </a:ln>
        </p:spPr>
      </p:sp>
      <p:sp>
        <p:nvSpPr>
          <p:cNvPr id="26" name="text-ng6xz5">
            <a:extLst xmlns:a="http://schemas.openxmlformats.org/drawingml/2006/main">
              <a:ext uri="{FF2B5EF4-FFF2-40B4-BE49-F238E27FC236}">
                <a16:creationId xmlns:a16="http://schemas.microsoft.com/office/drawing/2014/main" id="{54F59846-B8B8-4935-87C5-03552155BC10}"/>
              </a:ext>
            </a:extLst>
          </p:cNvPr>
          <p:cNvSpPr>
            <a:spLocks xmlns:a="http://schemas.openxmlformats.org/drawingml/2006/main" noGrp="1"/>
          </p:cNvSpPr>
          <p:nvPr/>
        </p:nvSpPr>
        <p:spPr>
          <a:xfrm xmlns:a="http://schemas.openxmlformats.org/drawingml/2006/main">
            <a:off x="6534150" y="41910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0F1720"/>
                </a:solidFill>
              </a:defRPr>
            </a:pPr>
            <a:r>
              <a:rPr sz="1275" b="0">
                <a:solidFill>
                  <a:srgbClr val="0F1720"/>
                </a:solidFill>
              </a:rPr>
              <a:t>Gmail認証コード・トークン</a:t>
            </a:r>
          </a:p>
        </p:txBody>
      </p:sp>
      <p:sp>
        <p:nvSpPr>
          <p:cNvPr id="27" name="">
            <a:extLst xmlns:a="http://schemas.openxmlformats.org/drawingml/2006/main">
              <a:ext uri="{FF2B5EF4-FFF2-40B4-BE49-F238E27FC236}">
                <a16:creationId xmlns:a16="http://schemas.microsoft.com/office/drawing/2014/main" id="{2A478F8C-C560-4836-AF1C-CB198D82B755}"/>
              </a:ext>
            </a:extLst>
          </p:cNvPr>
          <p:cNvSpPr>
            <a:spLocks xmlns:a="http://schemas.openxmlformats.org/drawingml/2006/main" noGrp="1"/>
          </p:cNvSpPr>
          <p:nvPr/>
        </p:nvSpPr>
        <p:spPr>
          <a:xfrm xmlns:a="http://schemas.openxmlformats.org/drawingml/2006/main">
            <a:off x="666750" y="5314950"/>
            <a:ext cx="10477500" cy="742950"/>
          </a:xfrm>
          <a:prstGeom xmlns:a="http://schemas.openxmlformats.org/drawingml/2006/main" prst="rect">
            <a:avLst/>
          </a:prstGeom>
          <a:solidFill xmlns:a="http://schemas.openxmlformats.org/drawingml/2006/main">
            <a:srgbClr val="EAF6FC"/>
          </a:solidFill>
          <a:ln xmlns:a="http://schemas.openxmlformats.org/drawingml/2006/main" w="9525">
            <a:solidFill>
              <a:srgbClr val="6DCBF4"/>
            </a:solidFill>
            <a:prstDash val="solid"/>
          </a:ln>
        </p:spPr>
      </p:sp>
      <p:sp>
        <p:nvSpPr>
          <p:cNvPr id="28" name="text-8e88mi">
            <a:extLst xmlns:a="http://schemas.openxmlformats.org/drawingml/2006/main">
              <a:ext uri="{FF2B5EF4-FFF2-40B4-BE49-F238E27FC236}">
                <a16:creationId xmlns:a16="http://schemas.microsoft.com/office/drawing/2014/main" id="{2EBA6A4E-6CB8-452D-B9F8-C72059DD72D5}"/>
              </a:ext>
            </a:extLst>
          </p:cNvPr>
          <p:cNvSpPr>
            <a:spLocks xmlns:a="http://schemas.openxmlformats.org/drawingml/2006/main" noGrp="1"/>
          </p:cNvSpPr>
          <p:nvPr/>
        </p:nvSpPr>
        <p:spPr>
          <a:xfrm xmlns:a="http://schemas.openxmlformats.org/drawingml/2006/main">
            <a:off x="876300" y="5448300"/>
            <a:ext cx="1005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3D8DFF"/>
                </a:solidFill>
              </a:defRPr>
            </a:pPr>
            <a:r>
              <a:rPr sz="1275" b="1">
                <a:solidFill>
                  <a:srgbClr val="3D8DFF"/>
                </a:solidFill>
              </a:rPr>
              <a:t>設定変更時は「変更日・対象・変更内容・相手PCで必要な作業・確認結果」を共有の引継ぎ履歴へ残します。</a:t>
            </a:r>
          </a:p>
        </p:txBody>
      </p:sp>
      <p:sp>
        <p:nvSpPr>
          <p:cNvPr id="29" name="text-ya05v6">
            <a:extLst xmlns:a="http://schemas.openxmlformats.org/drawingml/2006/main">
              <a:ext uri="{FF2B5EF4-FFF2-40B4-BE49-F238E27FC236}">
                <a16:creationId xmlns:a16="http://schemas.microsoft.com/office/drawing/2014/main" id="{4697B749-4B9E-440F-9085-4486FCB7DC77}"/>
              </a:ext>
            </a:extLst>
          </p:cNvPr>
          <p:cNvSpPr>
            <a:spLocks xmlns:a="http://schemas.openxmlformats.org/drawingml/2006/main" noGrp="1"/>
          </p:cNvSpPr>
          <p:nvPr/>
        </p:nvSpPr>
        <p:spPr>
          <a:xfrm xmlns:a="http://schemas.openxmlformats.org/drawingml/2006/main">
            <a:off x="109537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2606D"/>
                </a:solidFill>
              </a:defRPr>
            </a:pPr>
            <a:r>
              <a:rPr sz="900" b="1">
                <a:solidFill>
                  <a:srgbClr val="52606D"/>
                </a:solidFill>
              </a:rPr>
              <a:t>29</a:t>
            </a:r>
          </a:p>
        </p:txBody>
      </p:sp>
    </p:spTree>
    <p:extLst>
      <p:ext uri="{BB962C8B-B14F-4D97-AF65-F5344CB8AC3E}">
        <p14:creationId xmlns:p14="http://schemas.microsoft.com/office/powerpoint/2010/main" val="514639559"/>
      </p:ext>
    </p:extLst>
  </p:cSld>
</p:sld>
</file>

<file path=ppt/slides/slide30.xml><?xml version="1.0" encoding="utf-8"?>
<p:sld xmlns:p="http://schemas.openxmlformats.org/presentationml/2006/main">
  <p:cSld>
    <p:bg>
      <p:bgPr>
        <a:solidFill xmlns:a="http://schemas.openxmlformats.org/drawingml/2006/main">
          <a:srgbClr val="0F1720"/>
        </a:solidFill>
      </p:bgPr>
    </p:bg>
    <p:spTree>
      <p:nvGrpSpPr>
        <p:cNvPr id="1" name=""/>
        <p:cNvGrpSpPr/>
        <p:nvPr/>
      </p:nvGrpSpPr>
      <p:grpSpPr>
        <a:xfrm xmlns:a="http://schemas.openxmlformats.org/drawingml/2006/main"/>
      </p:grpSpPr>
      <p:sp>
        <p:nvSpPr>
          <p:cNvPr id="33" name="text-y0rvw1">
            <a:extLst xmlns:a="http://schemas.openxmlformats.org/drawingml/2006/main">
              <a:ext uri="{FF2B5EF4-FFF2-40B4-BE49-F238E27FC236}">
                <a16:creationId xmlns:a16="http://schemas.microsoft.com/office/drawing/2014/main" id="{BBD01A77-F2D2-4FC4-BC5E-8B55A29D7EFD}"/>
              </a:ext>
            </a:extLst>
          </p:cNvPr>
          <p:cNvSpPr>
            <a:spLocks xmlns:a="http://schemas.openxmlformats.org/drawingml/2006/main" noGrp="1"/>
          </p:cNvSpPr>
          <p:nvPr/>
        </p:nvSpPr>
        <p:spPr>
          <a:xfrm xmlns:a="http://schemas.openxmlformats.org/drawingml/2006/main">
            <a:off x="628650" y="476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6DCBF4"/>
                </a:solidFill>
              </a:defRPr>
            </a:pPr>
            <a:r>
              <a:rPr sz="975" b="1">
                <a:solidFill>
                  <a:srgbClr val="6DCBF4"/>
                </a:solidFill>
              </a:rPr>
              <a:t>QUICK REFERENCE</a:t>
            </a:r>
          </a:p>
        </p:txBody>
      </p:sp>
      <p:sp>
        <p:nvSpPr>
          <p:cNvPr id="2" name="text-hd2pyz">
            <a:extLst xmlns:a="http://schemas.openxmlformats.org/drawingml/2006/main">
              <a:ext uri="{FF2B5EF4-FFF2-40B4-BE49-F238E27FC236}">
                <a16:creationId xmlns:a16="http://schemas.microsoft.com/office/drawing/2014/main" id="{B4ED6D78-46F9-46C0-A072-5FCDF66A0F09}"/>
              </a:ext>
            </a:extLst>
          </p:cNvPr>
          <p:cNvSpPr>
            <a:spLocks xmlns:a="http://schemas.openxmlformats.org/drawingml/2006/main" noGrp="1"/>
          </p:cNvSpPr>
          <p:nvPr/>
        </p:nvSpPr>
        <p:spPr>
          <a:xfrm xmlns:a="http://schemas.openxmlformats.org/drawingml/2006/main">
            <a:off x="628650" y="81915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a:solidFill>
                  <a:srgbClr val="FFFFFF"/>
                </a:solidFill>
              </a:defRPr>
            </a:pPr>
            <a:r>
              <a:rPr sz="3150" b="1">
                <a:solidFill>
                  <a:srgbClr val="FFFFFF"/>
                </a:solidFill>
              </a:rPr>
              <a:t>迷ったら、この6点だけ確認</a:t>
            </a:r>
          </a:p>
        </p:txBody>
      </p:sp>
      <p:sp>
        <p:nvSpPr>
          <p:cNvPr id="3" name="text-nei8cm">
            <a:extLst xmlns:a="http://schemas.openxmlformats.org/drawingml/2006/main">
              <a:ext uri="{FF2B5EF4-FFF2-40B4-BE49-F238E27FC236}">
                <a16:creationId xmlns:a16="http://schemas.microsoft.com/office/drawing/2014/main" id="{366CC01F-EA9B-489F-A665-370ECEAEA8E7}"/>
              </a:ext>
            </a:extLst>
          </p:cNvPr>
          <p:cNvSpPr>
            <a:spLocks xmlns:a="http://schemas.openxmlformats.org/drawingml/2006/main" noGrp="1"/>
          </p:cNvSpPr>
          <p:nvPr/>
        </p:nvSpPr>
        <p:spPr>
          <a:xfrm xmlns:a="http://schemas.openxmlformats.org/drawingml/2006/main">
            <a:off x="781050" y="16383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CBF4"/>
                </a:solidFill>
              </a:defRPr>
            </a:pPr>
            <a:r>
              <a:rPr sz="1200" b="1">
                <a:solidFill>
                  <a:srgbClr val="6DCBF4"/>
                </a:solidFill>
              </a:rPr>
              <a:t>01</a:t>
            </a:r>
          </a:p>
        </p:txBody>
      </p:sp>
      <p:sp>
        <p:nvSpPr>
          <p:cNvPr id="4" name="">
            <a:extLst xmlns:a="http://schemas.openxmlformats.org/drawingml/2006/main">
              <a:ext uri="{FF2B5EF4-FFF2-40B4-BE49-F238E27FC236}">
                <a16:creationId xmlns:a16="http://schemas.microsoft.com/office/drawing/2014/main" id="{B43E791D-9830-4684-BAAC-0CECCE5ADCDC}"/>
              </a:ext>
            </a:extLst>
          </p:cNvPr>
          <p:cNvSpPr>
            <a:spLocks xmlns:a="http://schemas.openxmlformats.org/drawingml/2006/main" noGrp="1"/>
          </p:cNvSpPr>
          <p:nvPr/>
        </p:nvSpPr>
        <p:spPr>
          <a:xfrm xmlns:a="http://schemas.openxmlformats.org/drawingml/2006/main">
            <a:off x="1390650" y="1790700"/>
            <a:ext cx="59055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5" name="text-zut91m">
            <a:extLst xmlns:a="http://schemas.openxmlformats.org/drawingml/2006/main">
              <a:ext uri="{FF2B5EF4-FFF2-40B4-BE49-F238E27FC236}">
                <a16:creationId xmlns:a16="http://schemas.microsoft.com/office/drawing/2014/main" id="{83C6DDEF-4AA9-40E5-B3CC-3CD4CE178E4C}"/>
              </a:ext>
            </a:extLst>
          </p:cNvPr>
          <p:cNvSpPr>
            <a:spLocks xmlns:a="http://schemas.openxmlformats.org/drawingml/2006/main" noGrp="1"/>
          </p:cNvSpPr>
          <p:nvPr/>
        </p:nvSpPr>
        <p:spPr>
          <a:xfrm xmlns:a="http://schemas.openxmlformats.org/drawingml/2006/main">
            <a:off x="2190750" y="16002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Backlog本人連携を先に</a:t>
            </a:r>
          </a:p>
        </p:txBody>
      </p:sp>
      <p:sp>
        <p:nvSpPr>
          <p:cNvPr id="6" name="text-9tsyse">
            <a:extLst xmlns:a="http://schemas.openxmlformats.org/drawingml/2006/main">
              <a:ext uri="{FF2B5EF4-FFF2-40B4-BE49-F238E27FC236}">
                <a16:creationId xmlns:a16="http://schemas.microsoft.com/office/drawing/2014/main" id="{B1EDCA08-E350-4B12-AE02-F8E8834B69D0}"/>
              </a:ext>
            </a:extLst>
          </p:cNvPr>
          <p:cNvSpPr>
            <a:spLocks xmlns:a="http://schemas.openxmlformats.org/drawingml/2006/main" noGrp="1"/>
          </p:cNvSpPr>
          <p:nvPr/>
        </p:nvSpPr>
        <p:spPr>
          <a:xfrm xmlns:a="http://schemas.openxmlformats.org/drawingml/2006/main">
            <a:off x="781050" y="23241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CBF4"/>
                </a:solidFill>
              </a:defRPr>
            </a:pPr>
            <a:r>
              <a:rPr sz="1200" b="1">
                <a:solidFill>
                  <a:srgbClr val="6DCBF4"/>
                </a:solidFill>
              </a:rPr>
              <a:t>02</a:t>
            </a:r>
          </a:p>
        </p:txBody>
      </p:sp>
      <p:sp>
        <p:nvSpPr>
          <p:cNvPr id="7" name="">
            <a:extLst xmlns:a="http://schemas.openxmlformats.org/drawingml/2006/main">
              <a:ext uri="{FF2B5EF4-FFF2-40B4-BE49-F238E27FC236}">
                <a16:creationId xmlns:a16="http://schemas.microsoft.com/office/drawing/2014/main" id="{84C6791E-7DD2-4EC4-95CE-13789AA2B656}"/>
              </a:ext>
            </a:extLst>
          </p:cNvPr>
          <p:cNvSpPr>
            <a:spLocks xmlns:a="http://schemas.openxmlformats.org/drawingml/2006/main" noGrp="1"/>
          </p:cNvSpPr>
          <p:nvPr/>
        </p:nvSpPr>
        <p:spPr>
          <a:xfrm xmlns:a="http://schemas.openxmlformats.org/drawingml/2006/main">
            <a:off x="1390650" y="2476500"/>
            <a:ext cx="59055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8" name="text-zpejke">
            <a:extLst xmlns:a="http://schemas.openxmlformats.org/drawingml/2006/main">
              <a:ext uri="{FF2B5EF4-FFF2-40B4-BE49-F238E27FC236}">
                <a16:creationId xmlns:a16="http://schemas.microsoft.com/office/drawing/2014/main" id="{2A9936C2-B917-489B-B2C9-11B55BFED25F}"/>
              </a:ext>
            </a:extLst>
          </p:cNvPr>
          <p:cNvSpPr>
            <a:spLocks xmlns:a="http://schemas.openxmlformats.org/drawingml/2006/main" noGrp="1"/>
          </p:cNvSpPr>
          <p:nvPr/>
        </p:nvSpPr>
        <p:spPr>
          <a:xfrm xmlns:a="http://schemas.openxmlformats.org/drawingml/2006/main">
            <a:off x="2190750" y="22860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通常は単品の修正／新規</a:t>
            </a:r>
          </a:p>
        </p:txBody>
      </p:sp>
      <p:sp>
        <p:nvSpPr>
          <p:cNvPr id="9" name="text-78ld84">
            <a:extLst xmlns:a="http://schemas.openxmlformats.org/drawingml/2006/main">
              <a:ext uri="{FF2B5EF4-FFF2-40B4-BE49-F238E27FC236}">
                <a16:creationId xmlns:a16="http://schemas.microsoft.com/office/drawing/2014/main" id="{002434C9-6348-4D72-AF1B-14E50B27B93B}"/>
              </a:ext>
            </a:extLst>
          </p:cNvPr>
          <p:cNvSpPr>
            <a:spLocks xmlns:a="http://schemas.openxmlformats.org/drawingml/2006/main" noGrp="1"/>
          </p:cNvSpPr>
          <p:nvPr/>
        </p:nvSpPr>
        <p:spPr>
          <a:xfrm xmlns:a="http://schemas.openxmlformats.org/drawingml/2006/main">
            <a:off x="781050" y="30099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CBF4"/>
                </a:solidFill>
              </a:defRPr>
            </a:pPr>
            <a:r>
              <a:rPr sz="1200" b="1">
                <a:solidFill>
                  <a:srgbClr val="6DCBF4"/>
                </a:solidFill>
              </a:rPr>
              <a:t>03</a:t>
            </a:r>
          </a:p>
        </p:txBody>
      </p:sp>
      <p:sp>
        <p:nvSpPr>
          <p:cNvPr id="10" name="">
            <a:extLst xmlns:a="http://schemas.openxmlformats.org/drawingml/2006/main">
              <a:ext uri="{FF2B5EF4-FFF2-40B4-BE49-F238E27FC236}">
                <a16:creationId xmlns:a16="http://schemas.microsoft.com/office/drawing/2014/main" id="{A05CE427-6785-4536-BA57-35D2D41EB37E}"/>
              </a:ext>
            </a:extLst>
          </p:cNvPr>
          <p:cNvSpPr>
            <a:spLocks xmlns:a="http://schemas.openxmlformats.org/drawingml/2006/main" noGrp="1"/>
          </p:cNvSpPr>
          <p:nvPr/>
        </p:nvSpPr>
        <p:spPr>
          <a:xfrm xmlns:a="http://schemas.openxmlformats.org/drawingml/2006/main">
            <a:off x="1390650" y="3162300"/>
            <a:ext cx="59055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11" name="text-k13own">
            <a:extLst xmlns:a="http://schemas.openxmlformats.org/drawingml/2006/main">
              <a:ext uri="{FF2B5EF4-FFF2-40B4-BE49-F238E27FC236}">
                <a16:creationId xmlns:a16="http://schemas.microsoft.com/office/drawing/2014/main" id="{5D403E61-5395-49FE-AF91-37D256F7B2E2}"/>
              </a:ext>
            </a:extLst>
          </p:cNvPr>
          <p:cNvSpPr>
            <a:spLocks xmlns:a="http://schemas.openxmlformats.org/drawingml/2006/main" noGrp="1"/>
          </p:cNvSpPr>
          <p:nvPr/>
        </p:nvSpPr>
        <p:spPr>
          <a:xfrm xmlns:a="http://schemas.openxmlformats.org/drawingml/2006/main">
            <a:off x="2190750" y="29718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変える項目だけ入力</a:t>
            </a:r>
          </a:p>
        </p:txBody>
      </p:sp>
      <p:sp>
        <p:nvSpPr>
          <p:cNvPr id="12" name="text-jwkk2i">
            <a:extLst xmlns:a="http://schemas.openxmlformats.org/drawingml/2006/main">
              <a:ext uri="{FF2B5EF4-FFF2-40B4-BE49-F238E27FC236}">
                <a16:creationId xmlns:a16="http://schemas.microsoft.com/office/drawing/2014/main" id="{95F7CC6D-254D-4AEA-80ED-E28EBCC0E833}"/>
              </a:ext>
            </a:extLst>
          </p:cNvPr>
          <p:cNvSpPr>
            <a:spLocks xmlns:a="http://schemas.openxmlformats.org/drawingml/2006/main" noGrp="1"/>
          </p:cNvSpPr>
          <p:nvPr/>
        </p:nvSpPr>
        <p:spPr>
          <a:xfrm xmlns:a="http://schemas.openxmlformats.org/drawingml/2006/main">
            <a:off x="781050" y="36957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CBF4"/>
                </a:solidFill>
              </a:defRPr>
            </a:pPr>
            <a:r>
              <a:rPr sz="1200" b="1">
                <a:solidFill>
                  <a:srgbClr val="6DCBF4"/>
                </a:solidFill>
              </a:rPr>
              <a:t>04</a:t>
            </a:r>
          </a:p>
        </p:txBody>
      </p:sp>
      <p:sp>
        <p:nvSpPr>
          <p:cNvPr id="13" name="">
            <a:extLst xmlns:a="http://schemas.openxmlformats.org/drawingml/2006/main">
              <a:ext uri="{FF2B5EF4-FFF2-40B4-BE49-F238E27FC236}">
                <a16:creationId xmlns:a16="http://schemas.microsoft.com/office/drawing/2014/main" id="{7DD9DC5C-9530-4528-9746-B220AB456A4A}"/>
              </a:ext>
            </a:extLst>
          </p:cNvPr>
          <p:cNvSpPr>
            <a:spLocks xmlns:a="http://schemas.openxmlformats.org/drawingml/2006/main" noGrp="1"/>
          </p:cNvSpPr>
          <p:nvPr/>
        </p:nvSpPr>
        <p:spPr>
          <a:xfrm xmlns:a="http://schemas.openxmlformats.org/drawingml/2006/main">
            <a:off x="1390650" y="3848100"/>
            <a:ext cx="59055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14" name="text-7b91ug">
            <a:extLst xmlns:a="http://schemas.openxmlformats.org/drawingml/2006/main">
              <a:ext uri="{FF2B5EF4-FFF2-40B4-BE49-F238E27FC236}">
                <a16:creationId xmlns:a16="http://schemas.microsoft.com/office/drawing/2014/main" id="{3BAB0673-7BF7-4A8A-A663-E0CC489E49C2}"/>
              </a:ext>
            </a:extLst>
          </p:cNvPr>
          <p:cNvSpPr>
            <a:spLocks xmlns:a="http://schemas.openxmlformats.org/drawingml/2006/main" noGrp="1"/>
          </p:cNvSpPr>
          <p:nvPr/>
        </p:nvSpPr>
        <p:spPr>
          <a:xfrm xmlns:a="http://schemas.openxmlformats.org/drawingml/2006/main">
            <a:off x="2190750" y="36576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赤い必須をすべて入力</a:t>
            </a:r>
          </a:p>
        </p:txBody>
      </p:sp>
      <p:sp>
        <p:nvSpPr>
          <p:cNvPr id="15" name="text-6xyp33">
            <a:extLst xmlns:a="http://schemas.openxmlformats.org/drawingml/2006/main">
              <a:ext uri="{FF2B5EF4-FFF2-40B4-BE49-F238E27FC236}">
                <a16:creationId xmlns:a16="http://schemas.microsoft.com/office/drawing/2014/main" id="{1AA87F0F-74E4-48FD-96A9-ED2C901CF564}"/>
              </a:ext>
            </a:extLst>
          </p:cNvPr>
          <p:cNvSpPr>
            <a:spLocks xmlns:a="http://schemas.openxmlformats.org/drawingml/2006/main" noGrp="1"/>
          </p:cNvSpPr>
          <p:nvPr/>
        </p:nvSpPr>
        <p:spPr>
          <a:xfrm xmlns:a="http://schemas.openxmlformats.org/drawingml/2006/main">
            <a:off x="781050" y="43815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CBF4"/>
                </a:solidFill>
              </a:defRPr>
            </a:pPr>
            <a:r>
              <a:rPr sz="1200" b="1">
                <a:solidFill>
                  <a:srgbClr val="6DCBF4"/>
                </a:solidFill>
              </a:rPr>
              <a:t>05</a:t>
            </a:r>
          </a:p>
        </p:txBody>
      </p:sp>
      <p:sp>
        <p:nvSpPr>
          <p:cNvPr id="16" name="">
            <a:extLst xmlns:a="http://schemas.openxmlformats.org/drawingml/2006/main">
              <a:ext uri="{FF2B5EF4-FFF2-40B4-BE49-F238E27FC236}">
                <a16:creationId xmlns:a16="http://schemas.microsoft.com/office/drawing/2014/main" id="{FE8397B4-A3D7-4BB9-A6C5-865735B9E68F}"/>
              </a:ext>
            </a:extLst>
          </p:cNvPr>
          <p:cNvSpPr>
            <a:spLocks xmlns:a="http://schemas.openxmlformats.org/drawingml/2006/main" noGrp="1"/>
          </p:cNvSpPr>
          <p:nvPr/>
        </p:nvSpPr>
        <p:spPr>
          <a:xfrm xmlns:a="http://schemas.openxmlformats.org/drawingml/2006/main">
            <a:off x="1390650" y="4533900"/>
            <a:ext cx="59055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17" name="text-q6echa">
            <a:extLst xmlns:a="http://schemas.openxmlformats.org/drawingml/2006/main">
              <a:ext uri="{FF2B5EF4-FFF2-40B4-BE49-F238E27FC236}">
                <a16:creationId xmlns:a16="http://schemas.microsoft.com/office/drawing/2014/main" id="{201F7B92-0AF0-46F5-A223-D608D1B48643}"/>
              </a:ext>
            </a:extLst>
          </p:cNvPr>
          <p:cNvSpPr>
            <a:spLocks xmlns:a="http://schemas.openxmlformats.org/drawingml/2006/main" noGrp="1"/>
          </p:cNvSpPr>
          <p:nvPr/>
        </p:nvSpPr>
        <p:spPr>
          <a:xfrm xmlns:a="http://schemas.openxmlformats.org/drawingml/2006/main">
            <a:off x="2190750" y="43434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明細追加後に保存</a:t>
            </a:r>
          </a:p>
        </p:txBody>
      </p:sp>
      <p:sp>
        <p:nvSpPr>
          <p:cNvPr id="18" name="text-c2mcgy">
            <a:extLst xmlns:a="http://schemas.openxmlformats.org/drawingml/2006/main">
              <a:ext uri="{FF2B5EF4-FFF2-40B4-BE49-F238E27FC236}">
                <a16:creationId xmlns:a16="http://schemas.microsoft.com/office/drawing/2014/main" id="{92ADDCA7-AE1E-4B32-8985-39D73D552F38}"/>
              </a:ext>
            </a:extLst>
          </p:cNvPr>
          <p:cNvSpPr>
            <a:spLocks xmlns:a="http://schemas.openxmlformats.org/drawingml/2006/main" noGrp="1"/>
          </p:cNvSpPr>
          <p:nvPr/>
        </p:nvSpPr>
        <p:spPr>
          <a:xfrm xmlns:a="http://schemas.openxmlformats.org/drawingml/2006/main">
            <a:off x="781050" y="5067300"/>
            <a:ext cx="495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DCBF4"/>
                </a:solidFill>
              </a:defRPr>
            </a:pPr>
            <a:r>
              <a:rPr sz="1200" b="1">
                <a:solidFill>
                  <a:srgbClr val="6DCBF4"/>
                </a:solidFill>
              </a:rPr>
              <a:t>06</a:t>
            </a:r>
          </a:p>
        </p:txBody>
      </p:sp>
      <p:sp>
        <p:nvSpPr>
          <p:cNvPr id="19" name="">
            <a:extLst xmlns:a="http://schemas.openxmlformats.org/drawingml/2006/main">
              <a:ext uri="{FF2B5EF4-FFF2-40B4-BE49-F238E27FC236}">
                <a16:creationId xmlns:a16="http://schemas.microsoft.com/office/drawing/2014/main" id="{113443DC-E3AD-4DBD-8B4A-D80032FAC32D}"/>
              </a:ext>
            </a:extLst>
          </p:cNvPr>
          <p:cNvSpPr>
            <a:spLocks xmlns:a="http://schemas.openxmlformats.org/drawingml/2006/main" noGrp="1"/>
          </p:cNvSpPr>
          <p:nvPr/>
        </p:nvSpPr>
        <p:spPr>
          <a:xfrm xmlns:a="http://schemas.openxmlformats.org/drawingml/2006/main">
            <a:off x="1390650" y="5219700"/>
            <a:ext cx="590550" cy="0"/>
          </a:xfrm>
          <a:prstGeom xmlns:a="http://schemas.openxmlformats.org/drawingml/2006/main" prst="line">
            <a:avLst/>
          </a:prstGeom>
          <a:noFill xmlns:a="http://schemas.openxmlformats.org/drawingml/2006/main"/>
          <a:ln xmlns:a="http://schemas.openxmlformats.org/drawingml/2006/main" w="19050">
            <a:solidFill>
              <a:srgbClr val="3D8DFF"/>
            </a:solidFill>
            <a:prstDash val="solid"/>
          </a:ln>
        </p:spPr>
      </p:sp>
      <p:sp>
        <p:nvSpPr>
          <p:cNvPr id="20" name="text-icqc3f">
            <a:extLst xmlns:a="http://schemas.openxmlformats.org/drawingml/2006/main">
              <a:ext uri="{FF2B5EF4-FFF2-40B4-BE49-F238E27FC236}">
                <a16:creationId xmlns:a16="http://schemas.microsoft.com/office/drawing/2014/main" id="{ECE6A2A1-9CF4-440F-A8AD-048996720BBA}"/>
              </a:ext>
            </a:extLst>
          </p:cNvPr>
          <p:cNvSpPr>
            <a:spLocks xmlns:a="http://schemas.openxmlformats.org/drawingml/2006/main" noGrp="1"/>
          </p:cNvSpPr>
          <p:nvPr/>
        </p:nvSpPr>
        <p:spPr>
          <a:xfrm xmlns:a="http://schemas.openxmlformats.org/drawingml/2006/main">
            <a:off x="2190750" y="50292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FFFFF"/>
                </a:solidFill>
              </a:defRPr>
            </a:pPr>
            <a:r>
              <a:rPr sz="1650" b="1">
                <a:solidFill>
                  <a:srgbClr val="FFFFFF"/>
                </a:solidFill>
              </a:rPr>
              <a:t>登録後に親課題を確認</a:t>
            </a:r>
          </a:p>
        </p:txBody>
      </p:sp>
      <p:sp>
        <p:nvSpPr>
          <p:cNvPr id="21" name="">
            <a:extLst xmlns:a="http://schemas.openxmlformats.org/drawingml/2006/main">
              <a:ext uri="{FF2B5EF4-FFF2-40B4-BE49-F238E27FC236}">
                <a16:creationId xmlns:a16="http://schemas.microsoft.com/office/drawing/2014/main" id="{D626F4FF-C0DE-40DA-A5C2-5FF5C86A23F3}"/>
              </a:ext>
            </a:extLst>
          </p:cNvPr>
          <p:cNvSpPr>
            <a:spLocks xmlns:a="http://schemas.openxmlformats.org/drawingml/2006/main" noGrp="1"/>
          </p:cNvSpPr>
          <p:nvPr/>
        </p:nvSpPr>
        <p:spPr>
          <a:xfrm xmlns:a="http://schemas.openxmlformats.org/drawingml/2006/main">
            <a:off x="8248650" y="1238250"/>
            <a:ext cx="3086100" cy="4000500"/>
          </a:xfrm>
          <a:prstGeom xmlns:a="http://schemas.openxmlformats.org/drawingml/2006/main" prst="rect">
            <a:avLst/>
          </a:prstGeom>
          <a:solidFill xmlns:a="http://schemas.openxmlformats.org/drawingml/2006/main">
            <a:srgbClr val="202A35"/>
          </a:solidFill>
          <a:ln xmlns:a="http://schemas.openxmlformats.org/drawingml/2006/main" w="9525">
            <a:solidFill>
              <a:srgbClr val="344454"/>
            </a:solidFill>
            <a:prstDash val="solid"/>
          </a:ln>
        </p:spPr>
      </p:sp>
      <p:sp>
        <p:nvSpPr>
          <p:cNvPr id="22" name="text-tn1dq3">
            <a:extLst xmlns:a="http://schemas.openxmlformats.org/drawingml/2006/main">
              <a:ext uri="{FF2B5EF4-FFF2-40B4-BE49-F238E27FC236}">
                <a16:creationId xmlns:a16="http://schemas.microsoft.com/office/drawing/2014/main" id="{0857006F-009F-4A42-99B5-C64A3CBA577A}"/>
              </a:ext>
            </a:extLst>
          </p:cNvPr>
          <p:cNvSpPr>
            <a:spLocks xmlns:a="http://schemas.openxmlformats.org/drawingml/2006/main" noGrp="1"/>
          </p:cNvSpPr>
          <p:nvPr/>
        </p:nvSpPr>
        <p:spPr>
          <a:xfrm xmlns:a="http://schemas.openxmlformats.org/drawingml/2006/main">
            <a:off x="8515350" y="15049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6DCBF4"/>
                </a:solidFill>
              </a:defRPr>
            </a:pPr>
            <a:r>
              <a:rPr sz="1575" b="1">
                <a:solidFill>
                  <a:srgbClr val="6DCBF4"/>
                </a:solidFill>
              </a:rPr>
              <a:t>管理者の確認先</a:t>
            </a:r>
          </a:p>
        </p:txBody>
      </p:sp>
      <p:sp>
        <p:nvSpPr>
          <p:cNvPr id="23" name="">
            <a:extLst xmlns:a="http://schemas.openxmlformats.org/drawingml/2006/main">
              <a:ext uri="{FF2B5EF4-FFF2-40B4-BE49-F238E27FC236}">
                <a16:creationId xmlns:a16="http://schemas.microsoft.com/office/drawing/2014/main" id="{D0245799-E6FB-40BA-969D-EF3A2D981EB5}"/>
              </a:ext>
            </a:extLst>
          </p:cNvPr>
          <p:cNvSpPr>
            <a:spLocks xmlns:a="http://schemas.openxmlformats.org/drawingml/2006/main" noGrp="1"/>
          </p:cNvSpPr>
          <p:nvPr/>
        </p:nvSpPr>
        <p:spPr>
          <a:xfrm xmlns:a="http://schemas.openxmlformats.org/drawingml/2006/main">
            <a:off x="8515350" y="225742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24" name="text-7dkev5">
            <a:extLst xmlns:a="http://schemas.openxmlformats.org/drawingml/2006/main">
              <a:ext uri="{FF2B5EF4-FFF2-40B4-BE49-F238E27FC236}">
                <a16:creationId xmlns:a16="http://schemas.microsoft.com/office/drawing/2014/main" id="{6A75DF8D-6AC9-4DFD-8C58-C4888C324F37}"/>
              </a:ext>
            </a:extLst>
          </p:cNvPr>
          <p:cNvSpPr>
            <a:spLocks xmlns:a="http://schemas.openxmlformats.org/drawingml/2006/main" noGrp="1"/>
          </p:cNvSpPr>
          <p:nvPr/>
        </p:nvSpPr>
        <p:spPr>
          <a:xfrm xmlns:a="http://schemas.openxmlformats.org/drawingml/2006/main">
            <a:off x="8743950" y="203835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FFFFF"/>
                </a:solidFill>
              </a:defRPr>
            </a:pPr>
            <a:r>
              <a:rPr sz="1200" b="1">
                <a:solidFill>
                  <a:srgbClr val="FFFFFF"/>
                </a:solidFill>
              </a:rPr>
              <a:t>設定マスタ：権限・接続・項目定義</a:t>
            </a:r>
          </a:p>
        </p:txBody>
      </p:sp>
      <p:sp>
        <p:nvSpPr>
          <p:cNvPr id="25" name="">
            <a:extLst xmlns:a="http://schemas.openxmlformats.org/drawingml/2006/main">
              <a:ext uri="{FF2B5EF4-FFF2-40B4-BE49-F238E27FC236}">
                <a16:creationId xmlns:a16="http://schemas.microsoft.com/office/drawing/2014/main" id="{2145B3F8-200B-454B-B69B-4092108180FD}"/>
              </a:ext>
            </a:extLst>
          </p:cNvPr>
          <p:cNvSpPr>
            <a:spLocks xmlns:a="http://schemas.openxmlformats.org/drawingml/2006/main" noGrp="1"/>
          </p:cNvSpPr>
          <p:nvPr/>
        </p:nvSpPr>
        <p:spPr>
          <a:xfrm xmlns:a="http://schemas.openxmlformats.org/drawingml/2006/main">
            <a:off x="8515350" y="29622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26" name="text-7kosyn">
            <a:extLst xmlns:a="http://schemas.openxmlformats.org/drawingml/2006/main">
              <a:ext uri="{FF2B5EF4-FFF2-40B4-BE49-F238E27FC236}">
                <a16:creationId xmlns:a16="http://schemas.microsoft.com/office/drawing/2014/main" id="{9FD7EDE0-93AC-44B0-8B24-743C1B90EBDE}"/>
              </a:ext>
            </a:extLst>
          </p:cNvPr>
          <p:cNvSpPr>
            <a:spLocks xmlns:a="http://schemas.openxmlformats.org/drawingml/2006/main" noGrp="1"/>
          </p:cNvSpPr>
          <p:nvPr/>
        </p:nvSpPr>
        <p:spPr>
          <a:xfrm xmlns:a="http://schemas.openxmlformats.org/drawingml/2006/main">
            <a:off x="8743950" y="27432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FFFFFF"/>
                </a:solidFill>
              </a:defRPr>
            </a:pPr>
            <a:r>
              <a:rPr sz="1200" b="0">
                <a:solidFill>
                  <a:srgbClr val="FFFFFF"/>
                </a:solidFill>
              </a:rPr>
              <a:t>商品マスタ：全自治体・依頼・履歴</a:t>
            </a:r>
          </a:p>
        </p:txBody>
      </p:sp>
      <p:sp>
        <p:nvSpPr>
          <p:cNvPr id="27" name="">
            <a:extLst xmlns:a="http://schemas.openxmlformats.org/drawingml/2006/main">
              <a:ext uri="{FF2B5EF4-FFF2-40B4-BE49-F238E27FC236}">
                <a16:creationId xmlns:a16="http://schemas.microsoft.com/office/drawing/2014/main" id="{0ACE6597-0250-4972-AFA3-0FC04E7D474F}"/>
              </a:ext>
            </a:extLst>
          </p:cNvPr>
          <p:cNvSpPr>
            <a:spLocks xmlns:a="http://schemas.openxmlformats.org/drawingml/2006/main" noGrp="1"/>
          </p:cNvSpPr>
          <p:nvPr/>
        </p:nvSpPr>
        <p:spPr>
          <a:xfrm xmlns:a="http://schemas.openxmlformats.org/drawingml/2006/main">
            <a:off x="8515350" y="366712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28" name="text-r1q3o8">
            <a:extLst xmlns:a="http://schemas.openxmlformats.org/drawingml/2006/main">
              <a:ext uri="{FF2B5EF4-FFF2-40B4-BE49-F238E27FC236}">
                <a16:creationId xmlns:a16="http://schemas.microsoft.com/office/drawing/2014/main" id="{99708458-3E6E-45B1-87B8-7BCA500426DF}"/>
              </a:ext>
            </a:extLst>
          </p:cNvPr>
          <p:cNvSpPr>
            <a:spLocks xmlns:a="http://schemas.openxmlformats.org/drawingml/2006/main" noGrp="1"/>
          </p:cNvSpPr>
          <p:nvPr/>
        </p:nvSpPr>
        <p:spPr>
          <a:xfrm xmlns:a="http://schemas.openxmlformats.org/drawingml/2006/main">
            <a:off x="8743950" y="344805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FFFFFF"/>
                </a:solidFill>
              </a:defRPr>
            </a:pPr>
            <a:r>
              <a:rPr sz="1200" b="0">
                <a:solidFill>
                  <a:srgbClr val="FFFFFF"/>
                </a:solidFill>
              </a:rPr>
              <a:t>固定PC：タスク・更新履歴</a:t>
            </a:r>
          </a:p>
        </p:txBody>
      </p:sp>
      <p:sp>
        <p:nvSpPr>
          <p:cNvPr id="29" name="">
            <a:extLst xmlns:a="http://schemas.openxmlformats.org/drawingml/2006/main">
              <a:ext uri="{FF2B5EF4-FFF2-40B4-BE49-F238E27FC236}">
                <a16:creationId xmlns:a16="http://schemas.microsoft.com/office/drawing/2014/main" id="{CC30FE35-8EB3-4530-825C-BEE367B74532}"/>
              </a:ext>
            </a:extLst>
          </p:cNvPr>
          <p:cNvSpPr>
            <a:spLocks xmlns:a="http://schemas.openxmlformats.org/drawingml/2006/main" noGrp="1"/>
          </p:cNvSpPr>
          <p:nvPr/>
        </p:nvSpPr>
        <p:spPr>
          <a:xfrm xmlns:a="http://schemas.openxmlformats.org/drawingml/2006/main">
            <a:off x="8515350" y="4371975"/>
            <a:ext cx="76200" cy="7620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9525">
            <a:solidFill>
              <a:srgbClr val="6DCBF4"/>
            </a:solidFill>
            <a:prstDash val="solid"/>
          </a:ln>
        </p:spPr>
      </p:sp>
      <p:sp>
        <p:nvSpPr>
          <p:cNvPr id="30" name="text-4o1zf0">
            <a:extLst xmlns:a="http://schemas.openxmlformats.org/drawingml/2006/main">
              <a:ext uri="{FF2B5EF4-FFF2-40B4-BE49-F238E27FC236}">
                <a16:creationId xmlns:a16="http://schemas.microsoft.com/office/drawing/2014/main" id="{638584BF-52A4-4A52-8FBE-2FCCC3AE358F}"/>
              </a:ext>
            </a:extLst>
          </p:cNvPr>
          <p:cNvSpPr>
            <a:spLocks xmlns:a="http://schemas.openxmlformats.org/drawingml/2006/main" noGrp="1"/>
          </p:cNvSpPr>
          <p:nvPr/>
        </p:nvSpPr>
        <p:spPr>
          <a:xfrm xmlns:a="http://schemas.openxmlformats.org/drawingml/2006/main">
            <a:off x="8743950" y="41529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FFFFFF"/>
                </a:solidFill>
              </a:defRPr>
            </a:pPr>
            <a:r>
              <a:rPr sz="1200" b="0">
                <a:solidFill>
                  <a:srgbClr val="FFFFFF"/>
                </a:solidFill>
              </a:rPr>
              <a:t>Backlog：登録者・担当・期限・添付</a:t>
            </a:r>
          </a:p>
        </p:txBody>
      </p:sp>
      <p:sp>
        <p:nvSpPr>
          <p:cNvPr id="31" name="text-3qfeak">
            <a:extLst xmlns:a="http://schemas.openxmlformats.org/drawingml/2006/main">
              <a:ext uri="{FF2B5EF4-FFF2-40B4-BE49-F238E27FC236}">
                <a16:creationId xmlns:a16="http://schemas.microsoft.com/office/drawing/2014/main" id="{C2F7DB55-87CD-4B6D-8181-36F383612FD6}"/>
              </a:ext>
            </a:extLst>
          </p:cNvPr>
          <p:cNvSpPr>
            <a:spLocks xmlns:a="http://schemas.openxmlformats.org/drawingml/2006/main" noGrp="1"/>
          </p:cNvSpPr>
          <p:nvPr/>
        </p:nvSpPr>
        <p:spPr>
          <a:xfrm xmlns:a="http://schemas.openxmlformats.org/drawingml/2006/main">
            <a:off x="8515350" y="46291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FFFFFF"/>
                </a:solidFill>
              </a:defRPr>
            </a:pPr>
            <a:r>
              <a:rPr sz="1050" b="1">
                <a:solidFill>
                  <a:srgbClr val="FFFFFF"/>
                </a:solidFill>
              </a:rPr>
              <a:t>https://furusato-request-form.streamlit.app/</a:t>
            </a:r>
          </a:p>
        </p:txBody>
      </p:sp>
      <p:sp>
        <p:nvSpPr>
          <p:cNvPr id="32" name="text-kftfhy">
            <a:extLst xmlns:a="http://schemas.openxmlformats.org/drawingml/2006/main">
              <a:ext uri="{FF2B5EF4-FFF2-40B4-BE49-F238E27FC236}">
                <a16:creationId xmlns:a16="http://schemas.microsoft.com/office/drawing/2014/main" id="{C14D84E8-0389-40CA-8FCF-D623E9E147A9}"/>
              </a:ext>
            </a:extLst>
          </p:cNvPr>
          <p:cNvSpPr>
            <a:spLocks xmlns:a="http://schemas.openxmlformats.org/drawingml/2006/main" noGrp="1"/>
          </p:cNvSpPr>
          <p:nvPr/>
        </p:nvSpPr>
        <p:spPr>
          <a:xfrm xmlns:a="http://schemas.openxmlformats.org/drawingml/2006/main">
            <a:off x="10572750" y="64198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1">
                <a:solidFill>
                  <a:srgbClr val="AFC0CC"/>
                </a:solidFill>
              </a:defRPr>
            </a:pPr>
            <a:r>
              <a:rPr sz="825" b="1">
                <a:solidFill>
                  <a:srgbClr val="AFC0CC"/>
                </a:solidFill>
              </a:rPr>
              <a:t>2026.08.24</a:t>
            </a:r>
          </a:p>
        </p:txBody>
      </p:sp>
    </p:spTree>
    <p:extLst>
      <p:ext uri="{BB962C8B-B14F-4D97-AF65-F5344CB8AC3E}">
        <p14:creationId xmlns:p14="http://schemas.microsoft.com/office/powerpoint/2010/main" val="19901559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2026-08-24T07:33:50.0830000Z</dcterms:created>
  <dcterms:modified xsi:type="dcterms:W3CDTF">2026-08-24T07:33:50.0830000Z</dcterms:modified>
</coreProperties>
</file>